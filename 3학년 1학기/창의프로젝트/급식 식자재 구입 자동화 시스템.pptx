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5" r:id="rId2"/>
    <p:sldId id="261" r:id="rId3"/>
    <p:sldId id="264" r:id="rId4"/>
    <p:sldId id="265" r:id="rId5"/>
    <p:sldId id="267" r:id="rId6"/>
    <p:sldId id="287" r:id="rId7"/>
    <p:sldId id="288" r:id="rId8"/>
    <p:sldId id="289" r:id="rId9"/>
    <p:sldId id="290" r:id="rId10"/>
    <p:sldId id="291" r:id="rId11"/>
    <p:sldId id="278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D6347"/>
    <a:srgbClr val="FFF6E7"/>
    <a:srgbClr val="FFFFFF"/>
    <a:srgbClr val="9D0000"/>
    <a:srgbClr val="855939"/>
    <a:srgbClr val="60370F"/>
    <a:srgbClr val="8D632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4660"/>
  </p:normalViewPr>
  <p:slideViewPr>
    <p:cSldViewPr snapToGrid="0">
      <p:cViewPr>
        <p:scale>
          <a:sx n="100" d="100"/>
          <a:sy n="100" d="100"/>
        </p:scale>
        <p:origin x="-1068" y="-43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840" y="10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xmlns="" id="{8B635C87-2E62-4093-9A27-E98FC63FAB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EA5AAF69-BA68-4C49-8B47-9FD6ED6C53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890CAFB-933D-4C93-8150-8DF19D2E8AE1}" type="datetime4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2021년 3월 24일</a:t>
            </a:fld>
            <a:endParaRPr lang="ko-KR" alt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37C6C3CB-CCFF-4F2E-B237-337C69FBB6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CEF750B0-2FB2-4047-BE00-43B13750AB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1E503E-9C9E-4EC6-B8AF-91FC09DF0C7B}" type="slidenum">
              <a:rPr lang="ru-RU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‹#›</a:t>
            </a:fld>
            <a:endParaRPr lang="ko-KR" alt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792847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9E197F5-69E7-444E-9D2C-C2FB4F64B9B3}" type="datetime4">
              <a:rPr lang="ko-KR" altLang="en-US" smtClean="0"/>
              <a:pPr/>
              <a:t>2021년 3월 24일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ru-RU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  <a:endParaRPr lang="ko-KR" altLang="ru-RU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AE59743-683C-4279-9E83-23C937C99CF6}" type="slidenum">
              <a:rPr lang="ru-RU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1931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AE59743-683C-4279-9E83-23C937C99CF6}" type="slidenum">
              <a:rPr lang="ru-RU" altLang="ko-KR" smtClean="0"/>
              <a:pPr rtl="0"/>
              <a:t>1</a:t>
            </a:fld>
            <a:endParaRPr lang="ko-KR" altLang="ru-RU" dirty="0"/>
          </a:p>
        </p:txBody>
      </p:sp>
    </p:spTree>
    <p:extLst>
      <p:ext uri="{BB962C8B-B14F-4D97-AF65-F5344CB8AC3E}">
        <p14:creationId xmlns:p14="http://schemas.microsoft.com/office/powerpoint/2010/main" xmlns="" val="238618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65884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86199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665251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55429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55429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55429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55429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55429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55429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59743-683C-4279-9E83-23C937C99CF6}" type="slidenum">
              <a:rPr lang="ru-RU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4071709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32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5" Type="http://schemas.openxmlformats.org/officeDocument/2006/relationships/image" Target="../media/image30.svg"/><Relationship Id="rId4" Type="http://schemas.openxmlformats.org/officeDocument/2006/relationships/image" Target="../media/image2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 descr="테이블에 놓인 유리잔">
            <a:extLst>
              <a:ext uri="{FF2B5EF4-FFF2-40B4-BE49-F238E27FC236}">
                <a16:creationId xmlns:a16="http://schemas.microsoft.com/office/drawing/2014/main" xmlns="" id="{8560CB95-F807-46B3-8A39-B650A8906A3F}"/>
              </a:ext>
            </a:extLst>
          </p:cNvPr>
          <p:cNvSpPr/>
          <p:nvPr userDrawn="1"/>
        </p:nvSpPr>
        <p:spPr>
          <a:xfrm>
            <a:off x="5199825" y="0"/>
            <a:ext cx="6992175" cy="6858000"/>
          </a:xfrm>
          <a:prstGeom prst="rect">
            <a:avLst/>
          </a:prstGeom>
          <a:blipFill>
            <a:blip r:embed="rId2"/>
            <a:srcRect/>
            <a:stretch>
              <a:fillRect t="-418" b="-4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 descr="브러시 스트로크 마스크">
            <a:extLst>
              <a:ext uri="{FF2B5EF4-FFF2-40B4-BE49-F238E27FC236}">
                <a16:creationId xmlns:a16="http://schemas.microsoft.com/office/drawing/2014/main" xmlns="" id="{09350598-7231-484F-ABFF-7D42DB8424F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568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CCBC4D2-04A1-4388-B041-D25EA3246F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924" y="3482526"/>
            <a:ext cx="6238970" cy="1967770"/>
          </a:xfrm>
        </p:spPr>
        <p:txBody>
          <a:bodyPr rtlCol="0" anchor="b">
            <a:normAutofit/>
          </a:bodyPr>
          <a:lstStyle>
            <a:lvl1pPr algn="l">
              <a:lnSpc>
                <a:spcPct val="85000"/>
              </a:lnSpc>
              <a:defRPr sz="55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 dirty="0"/>
              <a:t>클릭하여 </a:t>
            </a:r>
            <a:r>
              <a:rPr lang="en-US" dirty="0"/>
              <a:t/>
            </a:r>
            <a:br>
              <a:rPr lang="en-US" dirty="0"/>
            </a:br>
            <a:r>
              <a:rPr lang="ko" dirty="0"/>
              <a:t>제목 편집</a:t>
            </a:r>
            <a:endParaRPr lang="ru-RU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7822EDEE-795E-4F38-9546-83FC7F925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924" y="5646875"/>
            <a:ext cx="6238970" cy="505934"/>
          </a:xfrm>
        </p:spPr>
        <p:txBody>
          <a:bodyPr rtlCol="0">
            <a:noAutofit/>
          </a:bodyPr>
          <a:lstStyle>
            <a:lvl1pPr marL="0" indent="0" algn="l">
              <a:buNone/>
              <a:defRPr sz="32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2BFAD3E-7077-4F6A-9BC8-4508F2B4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259A0CC-0A30-4371-96E9-C0034EB3A7D7}" type="datetime4">
              <a:rPr lang="ko-KR" altLang="en-US" smtClean="0"/>
              <a:pPr/>
              <a:t>2021년 3월 24일</a:t>
            </a:fld>
            <a:endParaRPr lang="ru-RU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5794AFC-07BE-4BCA-8E8F-AA68C7F7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xmlns="" id="{F70EFB6A-EF00-4DD9-9184-AFC328D0236C}"/>
              </a:ext>
            </a:extLst>
          </p:cNvPr>
          <p:cNvCxnSpPr>
            <a:cxnSpLocks/>
          </p:cNvCxnSpPr>
          <p:nvPr userDrawn="1"/>
        </p:nvCxnSpPr>
        <p:spPr>
          <a:xfrm>
            <a:off x="959490" y="5453416"/>
            <a:ext cx="4325112" cy="0"/>
          </a:xfrm>
          <a:prstGeom prst="line">
            <a:avLst/>
          </a:prstGeom>
          <a:ln w="254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그림 개체 틀 14" descr="현재 로고">
            <a:extLst>
              <a:ext uri="{FF2B5EF4-FFF2-40B4-BE49-F238E27FC236}">
                <a16:creationId xmlns:a16="http://schemas.microsoft.com/office/drawing/2014/main" xmlns="" id="{FC85CAB4-100C-489B-BC14-9A3F41B7EC8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3091" y="873125"/>
            <a:ext cx="1646237" cy="1149350"/>
          </a:xfrm>
          <a:noFill/>
        </p:spPr>
        <p:txBody>
          <a:bodyPr wrap="square" lIns="46800" rIns="4680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">
                <a:solidFill>
                  <a:srgbClr val="8D6347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49892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 descr="식당 테이블">
            <a:extLst>
              <a:ext uri="{FF2B5EF4-FFF2-40B4-BE49-F238E27FC236}">
                <a16:creationId xmlns:a16="http://schemas.microsoft.com/office/drawing/2014/main" xmlns="" id="{C7B053CA-3420-4992-BA29-CDE43C99B7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 descr="브러시 스트로크 지점">
            <a:extLst>
              <a:ext uri="{FF2B5EF4-FFF2-40B4-BE49-F238E27FC236}">
                <a16:creationId xmlns:a16="http://schemas.microsoft.com/office/drawing/2014/main" xmlns="" id="{7C197BE4-2E4C-4177-8440-BB95B0A4C7FB}"/>
              </a:ext>
            </a:extLst>
          </p:cNvPr>
          <p:cNvSpPr/>
          <p:nvPr userDrawn="1"/>
        </p:nvSpPr>
        <p:spPr>
          <a:xfrm>
            <a:off x="3270126" y="0"/>
            <a:ext cx="6611112" cy="6858000"/>
          </a:xfrm>
          <a:prstGeom prst="rect">
            <a:avLst/>
          </a:prstGeom>
          <a:blipFill>
            <a:blip r:embed="rId3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그림 개체 틀 14" descr="현재 로고">
            <a:extLst>
              <a:ext uri="{FF2B5EF4-FFF2-40B4-BE49-F238E27FC236}">
                <a16:creationId xmlns:a16="http://schemas.microsoft.com/office/drawing/2014/main" xmlns="" id="{8D7231FC-3A25-45B8-B883-4F6A0FC02B80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72882" y="1906445"/>
            <a:ext cx="1646237" cy="1149350"/>
          </a:xfrm>
          <a:noFill/>
        </p:spPr>
        <p:txBody>
          <a:bodyPr wrap="square" lIns="46800" rIns="4680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">
                <a:solidFill>
                  <a:srgbClr val="8D6347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47AE549-C84B-493A-BE76-6879C9B6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083DA26-C387-41B0-86FA-4DA01D7FB15A}" type="datetime4">
              <a:rPr lang="ko-KR" altLang="en-US" smtClean="0"/>
              <a:pPr/>
              <a:t>2021년 3월 24일</a:t>
            </a:fld>
            <a:endParaRPr lang="ru-RU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5761A8C-74CD-483A-A3C5-A7D79CACC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308FC7C-F5F3-4D82-ADCB-B64F9FBB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1" name="직선 연결선(S) 10">
            <a:extLst>
              <a:ext uri="{FF2B5EF4-FFF2-40B4-BE49-F238E27FC236}">
                <a16:creationId xmlns:a16="http://schemas.microsoft.com/office/drawing/2014/main" xmlns="" id="{C90D35E8-D43B-49F9-9465-A7A8F698FC8A}"/>
              </a:ext>
            </a:extLst>
          </p:cNvPr>
          <p:cNvCxnSpPr/>
          <p:nvPr userDrawn="1"/>
        </p:nvCxnSpPr>
        <p:spPr>
          <a:xfrm>
            <a:off x="4989576" y="4457209"/>
            <a:ext cx="2212848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부제목 2">
            <a:extLst>
              <a:ext uri="{FF2B5EF4-FFF2-40B4-BE49-F238E27FC236}">
                <a16:creationId xmlns:a16="http://schemas.microsoft.com/office/drawing/2014/main" xmlns="" id="{C863CA31-4E68-4CD7-9214-51D7BBC1FA1F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529264" y="4494894"/>
            <a:ext cx="5133473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" dirty="0"/>
              <a:t>마스터 부제목 스타일</a:t>
            </a:r>
            <a:endParaRPr lang="ru-RU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xmlns="" id="{CCAEEA74-ABCB-45B1-A352-71E9CCD670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9792" y="3306697"/>
            <a:ext cx="4772417" cy="1102291"/>
          </a:xfrm>
        </p:spPr>
        <p:txBody>
          <a:bodyPr rtlCol="0" anchor="b" anchorCtr="0">
            <a:normAutofit/>
          </a:bodyPr>
          <a:lstStyle>
            <a:lvl1pPr algn="ctr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 dirty="0"/>
              <a:t>클릭하여 </a:t>
            </a:r>
            <a:r>
              <a:rPr lang="en-US" dirty="0"/>
              <a:t/>
            </a:r>
            <a:br>
              <a:rPr lang="en-US" dirty="0"/>
            </a:br>
            <a:r>
              <a:rPr lang="ko" dirty="0"/>
              <a:t>제목 편집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855591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 descr="식당 인테리어">
            <a:extLst>
              <a:ext uri="{FF2B5EF4-FFF2-40B4-BE49-F238E27FC236}">
                <a16:creationId xmlns:a16="http://schemas.microsoft.com/office/drawing/2014/main" xmlns="" id="{3663C424-4D11-4875-A44A-FF368BB74F6C}"/>
              </a:ext>
            </a:extLst>
          </p:cNvPr>
          <p:cNvSpPr/>
          <p:nvPr userDrawn="1"/>
        </p:nvSpPr>
        <p:spPr>
          <a:xfrm>
            <a:off x="4721352" y="0"/>
            <a:ext cx="7470648" cy="6858000"/>
          </a:xfrm>
          <a:prstGeom prst="rect">
            <a:avLst/>
          </a:prstGeom>
          <a:blipFill>
            <a:blip r:embed="rId2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 descr="브러시 스트로크 마스크">
            <a:extLst>
              <a:ext uri="{FF2B5EF4-FFF2-40B4-BE49-F238E27FC236}">
                <a16:creationId xmlns:a16="http://schemas.microsoft.com/office/drawing/2014/main" xmlns="" id="{609FB4CD-BB02-4D4B-8D86-3EC7DD3B67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1A8E0E8-66CF-479B-9B2B-23573DD993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928041"/>
            <a:ext cx="4251138" cy="1355251"/>
          </a:xfrm>
        </p:spPr>
        <p:txBody>
          <a:bodyPr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편집</a:t>
            </a:r>
            <a:endParaRPr lang="ru-RU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89B65A51-5568-4F87-9DD3-A3B39AB95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17946"/>
            <a:ext cx="4251138" cy="3078575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1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97AA241-A7D4-4B81-98DB-F4B364A3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A316F7B-3312-4ED1-8DD1-FBB3EA5B4975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15585EA-45A6-4D35-A7AB-F97FC27E4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7F3847C-49D2-4ADE-9E05-28B879A9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xmlns="" id="{D95556C4-3308-4A8B-A7F9-BEAC5A6230BE}"/>
              </a:ext>
            </a:extLst>
          </p:cNvPr>
          <p:cNvSpPr/>
          <p:nvPr userDrawn="1"/>
        </p:nvSpPr>
        <p:spPr>
          <a:xfrm>
            <a:off x="11066240" y="5998544"/>
            <a:ext cx="320040" cy="320040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(S) 10">
            <a:extLst>
              <a:ext uri="{FF2B5EF4-FFF2-40B4-BE49-F238E27FC236}">
                <a16:creationId xmlns:a16="http://schemas.microsoft.com/office/drawing/2014/main" xmlns="" id="{9CAF3222-5D2C-427A-822C-5118901C34DE}"/>
              </a:ext>
            </a:extLst>
          </p:cNvPr>
          <p:cNvCxnSpPr/>
          <p:nvPr userDrawn="1"/>
        </p:nvCxnSpPr>
        <p:spPr>
          <a:xfrm>
            <a:off x="943135" y="2330475"/>
            <a:ext cx="356616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그림 개체 틀 2">
            <a:extLst>
              <a:ext uri="{FF2B5EF4-FFF2-40B4-BE49-F238E27FC236}">
                <a16:creationId xmlns:a16="http://schemas.microsoft.com/office/drawing/2014/main" xmlns="" id="{CF79489C-0CC8-496C-B0B4-808444D916F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02547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 descr="커피를 마시고 있는 젊은 남성">
            <a:extLst>
              <a:ext uri="{FF2B5EF4-FFF2-40B4-BE49-F238E27FC236}">
                <a16:creationId xmlns:a16="http://schemas.microsoft.com/office/drawing/2014/main" xmlns="" id="{816EFE26-DD10-44FC-BAAF-4EA15D4086A7}"/>
              </a:ext>
            </a:extLst>
          </p:cNvPr>
          <p:cNvSpPr/>
          <p:nvPr userDrawn="1"/>
        </p:nvSpPr>
        <p:spPr>
          <a:xfrm>
            <a:off x="0" y="0"/>
            <a:ext cx="6711696" cy="5925312"/>
          </a:xfrm>
          <a:prstGeom prst="rect">
            <a:avLst/>
          </a:prstGeom>
          <a:blipFill>
            <a:blip r:embed="rId2"/>
            <a:srcRect/>
            <a:stretch>
              <a:fillRect l="-32" r="-3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 descr="브러시 스트로크 마스크">
            <a:extLst>
              <a:ext uri="{FF2B5EF4-FFF2-40B4-BE49-F238E27FC236}">
                <a16:creationId xmlns:a16="http://schemas.microsoft.com/office/drawing/2014/main" xmlns="" id="{4190C024-B222-4F26-9066-AD52FB0D45E3}"/>
              </a:ext>
            </a:extLst>
          </p:cNvPr>
          <p:cNvSpPr/>
          <p:nvPr userDrawn="1"/>
        </p:nvSpPr>
        <p:spPr>
          <a:xfrm>
            <a:off x="0" y="3197"/>
            <a:ext cx="12192000" cy="6858000"/>
          </a:xfrm>
          <a:prstGeom prst="rect">
            <a:avLst/>
          </a:prstGeom>
          <a:blipFill>
            <a:blip r:embed="rId3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95F031D-510E-4663-BF87-CD265E4A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4540" y="830880"/>
            <a:ext cx="5292000" cy="1600200"/>
          </a:xfrm>
        </p:spPr>
        <p:txBody>
          <a:bodyPr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CDB312-4D1B-447F-97E7-ABE93A3DE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550" y="2600951"/>
            <a:ext cx="5533990" cy="2997929"/>
          </a:xfrm>
        </p:spPr>
        <p:txBody>
          <a:bodyPr rtlCol="0">
            <a:normAutofit/>
          </a:bodyPr>
          <a:lstStyle>
            <a:lvl1pPr marL="230400">
              <a:lnSpc>
                <a:spcPct val="100000"/>
              </a:lnSpc>
              <a:spcBef>
                <a:spcPts val="600"/>
              </a:spcBef>
              <a:defRPr sz="21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800" indent="0">
              <a:lnSpc>
                <a:spcPct val="100000"/>
              </a:lnSpc>
              <a:spcBef>
                <a:spcPts val="600"/>
              </a:spcBef>
              <a:buNone/>
              <a:defRPr sz="2100" i="1"/>
            </a:lvl2pPr>
            <a:lvl3pPr marL="230400">
              <a:lnSpc>
                <a:spcPct val="100000"/>
              </a:lnSpc>
              <a:spcBef>
                <a:spcPts val="600"/>
              </a:spcBef>
              <a:defRPr sz="2100" i="1"/>
            </a:lvl3pPr>
            <a:lvl4pPr marL="230400">
              <a:lnSpc>
                <a:spcPct val="100000"/>
              </a:lnSpc>
              <a:spcBef>
                <a:spcPts val="600"/>
              </a:spcBef>
              <a:defRPr sz="2100" i="1"/>
            </a:lvl4pPr>
            <a:lvl5pPr marL="230400">
              <a:lnSpc>
                <a:spcPct val="100000"/>
              </a:lnSpc>
              <a:spcBef>
                <a:spcPts val="600"/>
              </a:spcBef>
              <a:defRPr sz="2100" i="1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12FBE19-D2C9-41FC-A797-CF4A863F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51740" y="286747"/>
            <a:ext cx="41148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F0F4E3-5500-460C-AB20-C7CE0A3F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xmlns="" id="{1EDFCD21-B871-4944-9E6C-ABFDA63AC6FD}"/>
              </a:ext>
            </a:extLst>
          </p:cNvPr>
          <p:cNvSpPr/>
          <p:nvPr userDrawn="1"/>
        </p:nvSpPr>
        <p:spPr>
          <a:xfrm>
            <a:off x="11066240" y="5998544"/>
            <a:ext cx="320040" cy="320040"/>
          </a:xfrm>
          <a:prstGeom prst="ellipse">
            <a:avLst/>
          </a:prstGeom>
          <a:noFill/>
          <a:ln w="6350"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(S) 12">
            <a:extLst>
              <a:ext uri="{FF2B5EF4-FFF2-40B4-BE49-F238E27FC236}">
                <a16:creationId xmlns:a16="http://schemas.microsoft.com/office/drawing/2014/main" xmlns="" id="{039BD365-42F3-4F69-886B-478D54864737}"/>
              </a:ext>
            </a:extLst>
          </p:cNvPr>
          <p:cNvCxnSpPr/>
          <p:nvPr userDrawn="1"/>
        </p:nvCxnSpPr>
        <p:spPr>
          <a:xfrm>
            <a:off x="6207371" y="2494294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그림 개체 틀 2">
            <a:extLst>
              <a:ext uri="{FF2B5EF4-FFF2-40B4-BE49-F238E27FC236}">
                <a16:creationId xmlns:a16="http://schemas.microsoft.com/office/drawing/2014/main" xmlns="" id="{280FA08D-85FA-44C3-8767-041020BA473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405182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 descr="휴대폰을 들고 웃고 있는 젊은 여성">
            <a:extLst>
              <a:ext uri="{FF2B5EF4-FFF2-40B4-BE49-F238E27FC236}">
                <a16:creationId xmlns:a16="http://schemas.microsoft.com/office/drawing/2014/main" xmlns="" id="{95A5621D-11A8-4134-AA47-F59127E702CB}"/>
              </a:ext>
            </a:extLst>
          </p:cNvPr>
          <p:cNvSpPr/>
          <p:nvPr userDrawn="1"/>
        </p:nvSpPr>
        <p:spPr>
          <a:xfrm>
            <a:off x="7373112" y="493776"/>
            <a:ext cx="4818888" cy="6364224"/>
          </a:xfrm>
          <a:prstGeom prst="rect">
            <a:avLst/>
          </a:prstGeom>
          <a:blipFill>
            <a:blip r:embed="rId2"/>
            <a:srcRect/>
            <a:stretch>
              <a:fillRect l="-20" r="-2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 descr="브러시 스트로크 마스크">
            <a:extLst>
              <a:ext uri="{FF2B5EF4-FFF2-40B4-BE49-F238E27FC236}">
                <a16:creationId xmlns:a16="http://schemas.microsoft.com/office/drawing/2014/main" xmlns="" id="{41855D31-B9D9-4D6C-8BAD-6CBA6017C1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제목 25">
            <a:extLst>
              <a:ext uri="{FF2B5EF4-FFF2-40B4-BE49-F238E27FC236}">
                <a16:creationId xmlns:a16="http://schemas.microsoft.com/office/drawing/2014/main" xmlns="" id="{618935A2-A027-4F36-94E5-021BC775E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7362" y="800100"/>
            <a:ext cx="5386748" cy="1223719"/>
          </a:xfrm>
        </p:spPr>
        <p:txBody>
          <a:bodyPr rtlCol="0" anchor="b" anchorCtr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7F87E340-E9AB-4958-9BB5-EA625139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5F7D790-8CA8-4755-95A1-F65938FADDD9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6FFFCFA-118E-40C3-9A31-9334927F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4CCF696-3C50-45B5-BF9E-733C5D21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xmlns="" id="{ADB7BE2C-F374-4A10-96A5-F4C3D52DF3D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xmlns="" id="{8D0DD7A6-4E62-41D2-9037-F6ADD1C3BF56}"/>
              </a:ext>
            </a:extLst>
          </p:cNvPr>
          <p:cNvSpPr/>
          <p:nvPr userDrawn="1"/>
        </p:nvSpPr>
        <p:spPr>
          <a:xfrm>
            <a:off x="11066240" y="5998544"/>
            <a:ext cx="320040" cy="320040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xmlns="" id="{D182F2C1-1B27-4C93-8CE6-A529D3C9E336}"/>
              </a:ext>
            </a:extLst>
          </p:cNvPr>
          <p:cNvCxnSpPr/>
          <p:nvPr userDrawn="1"/>
        </p:nvCxnSpPr>
        <p:spPr>
          <a:xfrm>
            <a:off x="1020765" y="2093311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내용 개체 틀 2">
            <a:extLst>
              <a:ext uri="{FF2B5EF4-FFF2-40B4-BE49-F238E27FC236}">
                <a16:creationId xmlns:a16="http://schemas.microsoft.com/office/drawing/2014/main" xmlns="" id="{479F16AA-9675-49E6-85D6-845D5956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82" y="2212179"/>
            <a:ext cx="5533990" cy="2997929"/>
          </a:xfrm>
        </p:spPr>
        <p:txBody>
          <a:bodyPr rtlCol="0">
            <a:normAutofit/>
          </a:bodyPr>
          <a:lstStyle>
            <a:lvl1pPr marL="23040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defRPr sz="21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800" indent="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buNone/>
              <a:defRPr sz="21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230400">
              <a:lnSpc>
                <a:spcPct val="100000"/>
              </a:lnSpc>
              <a:spcBef>
                <a:spcPts val="600"/>
              </a:spcBef>
              <a:defRPr sz="2100" i="1"/>
            </a:lvl3pPr>
            <a:lvl4pPr marL="230400">
              <a:lnSpc>
                <a:spcPct val="100000"/>
              </a:lnSpc>
              <a:spcBef>
                <a:spcPts val="600"/>
              </a:spcBef>
              <a:defRPr sz="2100" i="1"/>
            </a:lvl4pPr>
            <a:lvl5pPr marL="230400">
              <a:lnSpc>
                <a:spcPct val="100000"/>
              </a:lnSpc>
              <a:spcBef>
                <a:spcPts val="600"/>
              </a:spcBef>
              <a:defRPr sz="2100" i="1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  <a:p>
            <a:pPr lvl="1" rtl="0"/>
            <a:r>
              <a:rPr lang="ko-KR" altLang="en-US" smtClean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xmlns="" val="182684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 descr="브러시 스트로크 지점">
            <a:extLst>
              <a:ext uri="{FF2B5EF4-FFF2-40B4-BE49-F238E27FC236}">
                <a16:creationId xmlns:a16="http://schemas.microsoft.com/office/drawing/2014/main" xmlns="" id="{08C782C8-0805-4592-ADC0-CF3D28CFE0C4}"/>
              </a:ext>
            </a:extLst>
          </p:cNvPr>
          <p:cNvSpPr/>
          <p:nvPr userDrawn="1"/>
        </p:nvSpPr>
        <p:spPr>
          <a:xfrm>
            <a:off x="6205330" y="2469056"/>
            <a:ext cx="1124712" cy="112471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l="-2247" r="-224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 descr="브러시 스트로크 지점">
            <a:extLst>
              <a:ext uri="{FF2B5EF4-FFF2-40B4-BE49-F238E27FC236}">
                <a16:creationId xmlns:a16="http://schemas.microsoft.com/office/drawing/2014/main" xmlns="" id="{9867BBE4-E529-4F6E-BECB-86D66409ED65}"/>
              </a:ext>
            </a:extLst>
          </p:cNvPr>
          <p:cNvSpPr/>
          <p:nvPr userDrawn="1"/>
        </p:nvSpPr>
        <p:spPr>
          <a:xfrm>
            <a:off x="6205330" y="3958942"/>
            <a:ext cx="1124712" cy="112471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l="-2247" r="-224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D6F3FD8-7BEB-4080-AD20-18CB6D7EC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620867"/>
            <a:ext cx="10515600" cy="856343"/>
          </a:xfrm>
        </p:spPr>
        <p:txBody>
          <a:bodyPr rtlCol="0" anchor="b" anchorCtr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47BF347-570A-4D1E-AA9F-818FDB9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8FEE92-3281-4183-BA17-92A04FC3025E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34DE783-5F47-47F2-85AE-C24C08C0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F7FE2BF-F092-4959-8655-90D82934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직사각형 6" descr="브러시 스트로크 지점">
            <a:extLst>
              <a:ext uri="{FF2B5EF4-FFF2-40B4-BE49-F238E27FC236}">
                <a16:creationId xmlns:a16="http://schemas.microsoft.com/office/drawing/2014/main" xmlns="" id="{8BD46B2B-D1EB-4F6A-9DE0-7A15A95DC05D}"/>
              </a:ext>
            </a:extLst>
          </p:cNvPr>
          <p:cNvSpPr/>
          <p:nvPr userDrawn="1"/>
        </p:nvSpPr>
        <p:spPr>
          <a:xfrm>
            <a:off x="695325" y="2469056"/>
            <a:ext cx="1124712" cy="112471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l="-2247" r="-224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 descr="브러시 스트로크 지점">
            <a:extLst>
              <a:ext uri="{FF2B5EF4-FFF2-40B4-BE49-F238E27FC236}">
                <a16:creationId xmlns:a16="http://schemas.microsoft.com/office/drawing/2014/main" xmlns="" id="{6F1436FB-165E-4908-9E28-A8598A7E3101}"/>
              </a:ext>
            </a:extLst>
          </p:cNvPr>
          <p:cNvSpPr/>
          <p:nvPr userDrawn="1"/>
        </p:nvSpPr>
        <p:spPr>
          <a:xfrm>
            <a:off x="695325" y="3964689"/>
            <a:ext cx="1124712" cy="112471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l="-2247" r="-224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그림 개체 틀 81" descr="유리잔 아이콘">
            <a:extLst>
              <a:ext uri="{FF2B5EF4-FFF2-40B4-BE49-F238E27FC236}">
                <a16:creationId xmlns:a16="http://schemas.microsoft.com/office/drawing/2014/main" xmlns="" id="{FA770760-E084-465D-92C2-D95A8E9D6A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09659" y="2758916"/>
            <a:ext cx="504000" cy="504000"/>
          </a:xfrm>
          <a:prstGeom prst="ellipse">
            <a:avLst/>
          </a:prstGeo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xmlns="" id="{71A7B534-52F4-40CD-9F32-B55843BFE1AF}"/>
              </a:ext>
            </a:extLst>
          </p:cNvPr>
          <p:cNvSpPr/>
          <p:nvPr userDrawn="1"/>
        </p:nvSpPr>
        <p:spPr>
          <a:xfrm>
            <a:off x="950259" y="2699516"/>
            <a:ext cx="622800" cy="622800"/>
          </a:xfrm>
          <a:prstGeom prst="ellipse">
            <a:avLst/>
          </a:prstGeom>
          <a:noFill/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그림 개체 틀 81" descr="유리잔 아이콘">
            <a:extLst>
              <a:ext uri="{FF2B5EF4-FFF2-40B4-BE49-F238E27FC236}">
                <a16:creationId xmlns:a16="http://schemas.microsoft.com/office/drawing/2014/main" xmlns="" id="{360A394A-115E-490F-A44B-D11719211D3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09659" y="4259099"/>
            <a:ext cx="504000" cy="504000"/>
          </a:xfrm>
          <a:prstGeom prst="ellipse">
            <a:avLst/>
          </a:prstGeo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xmlns="" id="{24B05348-828C-4161-AC9D-32C0F64C8558}"/>
              </a:ext>
            </a:extLst>
          </p:cNvPr>
          <p:cNvSpPr/>
          <p:nvPr userDrawn="1"/>
        </p:nvSpPr>
        <p:spPr>
          <a:xfrm>
            <a:off x="950259" y="4199699"/>
            <a:ext cx="622800" cy="622800"/>
          </a:xfrm>
          <a:prstGeom prst="ellipse">
            <a:avLst/>
          </a:prstGeom>
          <a:noFill/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그림 개체 틀 81" descr="유리잔 아이콘">
            <a:extLst>
              <a:ext uri="{FF2B5EF4-FFF2-40B4-BE49-F238E27FC236}">
                <a16:creationId xmlns:a16="http://schemas.microsoft.com/office/drawing/2014/main" xmlns="" id="{439FD4DD-D61C-4B02-8367-30738F63249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513230" y="2758916"/>
            <a:ext cx="504000" cy="504000"/>
          </a:xfrm>
          <a:prstGeom prst="ellipse">
            <a:avLst/>
          </a:prstGeo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xmlns="" id="{C9D05566-2E31-4BF1-84A9-915D1DC2D524}"/>
              </a:ext>
            </a:extLst>
          </p:cNvPr>
          <p:cNvSpPr/>
          <p:nvPr userDrawn="1"/>
        </p:nvSpPr>
        <p:spPr>
          <a:xfrm>
            <a:off x="6453830" y="2699516"/>
            <a:ext cx="622800" cy="622800"/>
          </a:xfrm>
          <a:prstGeom prst="ellipse">
            <a:avLst/>
          </a:prstGeom>
          <a:noFill/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그림 개체 틀 81" descr="유리잔 아이콘">
            <a:extLst>
              <a:ext uri="{FF2B5EF4-FFF2-40B4-BE49-F238E27FC236}">
                <a16:creationId xmlns:a16="http://schemas.microsoft.com/office/drawing/2014/main" xmlns="" id="{B3682957-0496-44A8-9D25-2C8CF6C44DA8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513230" y="4259099"/>
            <a:ext cx="504000" cy="504000"/>
          </a:xfrm>
          <a:prstGeom prst="ellipse">
            <a:avLst/>
          </a:prstGeo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xmlns="" id="{D41006D2-6E2A-4E2D-BFDD-0F4690FFAF18}"/>
              </a:ext>
            </a:extLst>
          </p:cNvPr>
          <p:cNvSpPr/>
          <p:nvPr userDrawn="1"/>
        </p:nvSpPr>
        <p:spPr>
          <a:xfrm>
            <a:off x="6453830" y="4199699"/>
            <a:ext cx="622800" cy="622800"/>
          </a:xfrm>
          <a:prstGeom prst="ellipse">
            <a:avLst/>
          </a:prstGeom>
          <a:noFill/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(S) 36">
            <a:extLst>
              <a:ext uri="{FF2B5EF4-FFF2-40B4-BE49-F238E27FC236}">
                <a16:creationId xmlns:a16="http://schemas.microsoft.com/office/drawing/2014/main" xmlns="" id="{D23F3562-993B-4398-A9F0-2EB3F91CE387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부제목 2">
            <a:extLst>
              <a:ext uri="{FF2B5EF4-FFF2-40B4-BE49-F238E27FC236}">
                <a16:creationId xmlns:a16="http://schemas.microsoft.com/office/drawing/2014/main" xmlns="" id="{7C726E26-D540-424D-A785-221B0A06B9C0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1632332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xmlns="" id="{59B205DF-9BF4-48EF-8022-300C804E010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630819" y="2950465"/>
            <a:ext cx="3775075" cy="83529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xmlns="" id="{C0A3825F-66E4-4D75-A32B-6A194767C07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30819" y="2593413"/>
            <a:ext cx="3775075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4" name="텍스트 개체 틀 40">
            <a:extLst>
              <a:ext uri="{FF2B5EF4-FFF2-40B4-BE49-F238E27FC236}">
                <a16:creationId xmlns:a16="http://schemas.microsoft.com/office/drawing/2014/main" xmlns="" id="{5B8A89D1-A311-4B44-88F9-A887EAC076B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630819" y="4449344"/>
            <a:ext cx="3775075" cy="83529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5" name="텍스트 개체 틀 40">
            <a:extLst>
              <a:ext uri="{FF2B5EF4-FFF2-40B4-BE49-F238E27FC236}">
                <a16:creationId xmlns:a16="http://schemas.microsoft.com/office/drawing/2014/main" xmlns="" id="{E8383D4D-0BCE-4438-B642-E9D5AC09B69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30819" y="4092292"/>
            <a:ext cx="3775075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7" name="텍스트 개체 틀 40">
            <a:extLst>
              <a:ext uri="{FF2B5EF4-FFF2-40B4-BE49-F238E27FC236}">
                <a16:creationId xmlns:a16="http://schemas.microsoft.com/office/drawing/2014/main" xmlns="" id="{75BC95B2-2A0B-4600-8DEA-881D97FE4D9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122858" y="2950465"/>
            <a:ext cx="3775075" cy="83529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8" name="텍스트 개체 틀 40">
            <a:extLst>
              <a:ext uri="{FF2B5EF4-FFF2-40B4-BE49-F238E27FC236}">
                <a16:creationId xmlns:a16="http://schemas.microsoft.com/office/drawing/2014/main" xmlns="" id="{678160C2-383A-4E7C-9882-901E9C2ACCB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122858" y="2593413"/>
            <a:ext cx="3775075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9" name="텍스트 개체 틀 40">
            <a:extLst>
              <a:ext uri="{FF2B5EF4-FFF2-40B4-BE49-F238E27FC236}">
                <a16:creationId xmlns:a16="http://schemas.microsoft.com/office/drawing/2014/main" xmlns="" id="{BD1CBE09-ACAD-43FB-8617-942C604D4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7122858" y="4449344"/>
            <a:ext cx="3775075" cy="83529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0" name="텍스트 개체 틀 40">
            <a:extLst>
              <a:ext uri="{FF2B5EF4-FFF2-40B4-BE49-F238E27FC236}">
                <a16:creationId xmlns:a16="http://schemas.microsoft.com/office/drawing/2014/main" xmlns="" id="{AF933841-8F79-4411-AE38-0E6EFFE2F13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122858" y="4092292"/>
            <a:ext cx="3775075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1" name="그림 개체 틀 2">
            <a:extLst>
              <a:ext uri="{FF2B5EF4-FFF2-40B4-BE49-F238E27FC236}">
                <a16:creationId xmlns:a16="http://schemas.microsoft.com/office/drawing/2014/main" xmlns="" id="{EDF88690-C7C9-40D4-A61F-373255AC0C78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46659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텍스트 및 컴퓨터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 descr="브러시 스트로크 지점">
            <a:extLst>
              <a:ext uri="{FF2B5EF4-FFF2-40B4-BE49-F238E27FC236}">
                <a16:creationId xmlns:a16="http://schemas.microsoft.com/office/drawing/2014/main" xmlns="" id="{E2FED427-78BF-4C02-954D-E32E814394EA}"/>
              </a:ext>
            </a:extLst>
          </p:cNvPr>
          <p:cNvSpPr/>
          <p:nvPr userDrawn="1"/>
        </p:nvSpPr>
        <p:spPr>
          <a:xfrm>
            <a:off x="2328672" y="690372"/>
            <a:ext cx="7534656" cy="5477256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ko" i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ru-RU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xmlns="" id="{C9D05566-2E31-4BF1-84A9-915D1DC2D524}"/>
              </a:ext>
            </a:extLst>
          </p:cNvPr>
          <p:cNvSpPr/>
          <p:nvPr userDrawn="1"/>
        </p:nvSpPr>
        <p:spPr>
          <a:xfrm>
            <a:off x="9192013" y="2268437"/>
            <a:ext cx="622800" cy="6228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xmlns="" id="{71A7B534-52F4-40CD-9F32-B55843BFE1AF}"/>
              </a:ext>
            </a:extLst>
          </p:cNvPr>
          <p:cNvSpPr/>
          <p:nvPr userDrawn="1"/>
        </p:nvSpPr>
        <p:spPr>
          <a:xfrm>
            <a:off x="950259" y="2268437"/>
            <a:ext cx="622800" cy="6228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 descr="컴퓨터 모니터">
            <a:extLst>
              <a:ext uri="{FF2B5EF4-FFF2-40B4-BE49-F238E27FC236}">
                <a16:creationId xmlns:a16="http://schemas.microsoft.com/office/drawing/2014/main" xmlns="" id="{562DC173-30FD-4C7B-8C34-C152F7D036AC}"/>
              </a:ext>
            </a:extLst>
          </p:cNvPr>
          <p:cNvSpPr/>
          <p:nvPr userDrawn="1"/>
        </p:nvSpPr>
        <p:spPr>
          <a:xfrm>
            <a:off x="3622548" y="1349070"/>
            <a:ext cx="4946904" cy="4946904"/>
          </a:xfrm>
          <a:prstGeom prst="rect">
            <a:avLst/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rcRect/>
            <a:stretch>
              <a:fillRect t="8333" b="833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ko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xmlns="" id="{CE072FE3-2973-4B25-909E-2BA6663CF30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3804600" y="1954810"/>
            <a:ext cx="4582800" cy="2844000"/>
          </a:xfrm>
          <a:ln w="12700">
            <a:solidFill>
              <a:schemeClr val="accent1"/>
            </a:solidFill>
          </a:ln>
        </p:spPr>
        <p:txBody>
          <a:bodyPr rtlCol="0" anchor="ctr" anchorCtr="0"/>
          <a:lstStyle>
            <a:lvl1pPr marL="0" indent="0" algn="ctr">
              <a:buNone/>
              <a:defRPr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D6F3FD8-7BEB-4080-AD20-18CB6D7EC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620867"/>
            <a:ext cx="10515600" cy="856343"/>
          </a:xfrm>
        </p:spPr>
        <p:txBody>
          <a:bodyPr rtlCol="0" anchor="b" anchorCtr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 dirty="0"/>
              <a:t>클릭하여 마스터 제목 스타일 편집</a:t>
            </a:r>
            <a:endParaRPr lang="ru-RU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47BF347-570A-4D1E-AA9F-818FDB9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F76442-44CD-4036-BCC2-3C37FB80122E}" type="datetime4">
              <a:rPr lang="ko-KR" altLang="en-US" smtClean="0"/>
              <a:pPr/>
              <a:t>2021년 3월 24일</a:t>
            </a:fld>
            <a:endParaRPr lang="ru-RU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34DE783-5F47-47F2-85AE-C24C08C0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F7FE2BF-F092-4959-8655-90D82934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그림 개체 틀 81" descr="유리잔 아이콘">
            <a:extLst>
              <a:ext uri="{FF2B5EF4-FFF2-40B4-BE49-F238E27FC236}">
                <a16:creationId xmlns:a16="http://schemas.microsoft.com/office/drawing/2014/main" xmlns="" id="{FA770760-E084-465D-92C2-D95A8E9D6A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09659" y="2327837"/>
            <a:ext cx="504000" cy="504000"/>
          </a:xfrm>
          <a:prstGeom prst="ellipse">
            <a:avLst/>
          </a:prstGeo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33" name="그림 개체 틀 81" descr="유리잔 아이콘">
            <a:extLst>
              <a:ext uri="{FF2B5EF4-FFF2-40B4-BE49-F238E27FC236}">
                <a16:creationId xmlns:a16="http://schemas.microsoft.com/office/drawing/2014/main" xmlns="" id="{439FD4DD-D61C-4B02-8367-30738F63249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251413" y="2327837"/>
            <a:ext cx="504000" cy="504000"/>
          </a:xfrm>
          <a:prstGeom prst="ellipse">
            <a:avLst/>
          </a:prstGeo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cxnSp>
        <p:nvCxnSpPr>
          <p:cNvPr id="37" name="직선 연결선(S) 36">
            <a:extLst>
              <a:ext uri="{FF2B5EF4-FFF2-40B4-BE49-F238E27FC236}">
                <a16:creationId xmlns:a16="http://schemas.microsoft.com/office/drawing/2014/main" xmlns="" id="{D23F3562-993B-4398-A9F0-2EB3F91CE387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xmlns="" id="{59B205DF-9BF4-48EF-8022-300C804E010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46771" y="3406743"/>
            <a:ext cx="2217507" cy="167351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xmlns="" id="{C0A3825F-66E4-4D75-A32B-6A194767C07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46771" y="2996616"/>
            <a:ext cx="2217507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 dirty="0"/>
              <a:t>텍스트 스타일 편집</a:t>
            </a:r>
          </a:p>
        </p:txBody>
      </p:sp>
      <p:sp>
        <p:nvSpPr>
          <p:cNvPr id="47" name="텍스트 개체 틀 40">
            <a:extLst>
              <a:ext uri="{FF2B5EF4-FFF2-40B4-BE49-F238E27FC236}">
                <a16:creationId xmlns:a16="http://schemas.microsoft.com/office/drawing/2014/main" xmlns="" id="{75BC95B2-2A0B-4600-8DEA-881D97FE4D9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112624" y="3406743"/>
            <a:ext cx="2297013" cy="167351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8" name="텍스트 개체 틀 40">
            <a:extLst>
              <a:ext uri="{FF2B5EF4-FFF2-40B4-BE49-F238E27FC236}">
                <a16:creationId xmlns:a16="http://schemas.microsoft.com/office/drawing/2014/main" xmlns="" id="{678160C2-383A-4E7C-9882-901E9C2ACCB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12624" y="2996616"/>
            <a:ext cx="2297013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 dirty="0"/>
              <a:t>텍스트 스타일 편집</a:t>
            </a:r>
          </a:p>
        </p:txBody>
      </p:sp>
      <p:sp>
        <p:nvSpPr>
          <p:cNvPr id="51" name="그림 개체 틀 2">
            <a:extLst>
              <a:ext uri="{FF2B5EF4-FFF2-40B4-BE49-F238E27FC236}">
                <a16:creationId xmlns:a16="http://schemas.microsoft.com/office/drawing/2014/main" xmlns="" id="{EDF88690-C7C9-40D4-A61F-373255AC0C78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8746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90A20B4-6B07-46D4-988D-DBEB544368D0}"/>
              </a:ext>
            </a:extLst>
          </p:cNvPr>
          <p:cNvSpPr/>
          <p:nvPr userDrawn="1"/>
        </p:nvSpPr>
        <p:spPr>
          <a:xfrm>
            <a:off x="0" y="0"/>
            <a:ext cx="12192000" cy="4169664"/>
          </a:xfrm>
          <a:prstGeom prst="rect">
            <a:avLst/>
          </a:prstGeom>
          <a:blipFill>
            <a:blip r:embed="rId2"/>
            <a:srcRect/>
            <a:stretch>
              <a:fillRect t="-27" b="-2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 descr="브러시 스트로크 마스크">
            <a:extLst>
              <a:ext uri="{FF2B5EF4-FFF2-40B4-BE49-F238E27FC236}">
                <a16:creationId xmlns:a16="http://schemas.microsoft.com/office/drawing/2014/main" xmlns="" id="{711F6639-CBD0-4C8A-8EF9-F2CC36C9E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6041A2D-ABDE-480C-AB32-045C191398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4059533"/>
            <a:ext cx="10515600" cy="809566"/>
          </a:xfrm>
        </p:spPr>
        <p:txBody>
          <a:bodyPr rtlCol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 dirty="0"/>
              <a:t>클릭하여 마스터 제목 스타일 편집</a:t>
            </a:r>
            <a:endParaRPr lang="ru-RU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AD2437AC-C786-43E7-929A-85563795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EBF0B0B-D176-4D14-BAD7-6AB23A96E830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07720D3E-4D0E-4BDD-B620-8E9C6BCD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75F94F75-329A-4132-BE8F-030145C9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xmlns="" id="{B3648138-4C46-4CBA-BAE1-4631A0564817}"/>
              </a:ext>
            </a:extLst>
          </p:cNvPr>
          <p:cNvSpPr/>
          <p:nvPr userDrawn="1"/>
        </p:nvSpPr>
        <p:spPr>
          <a:xfrm>
            <a:off x="11066240" y="5998544"/>
            <a:ext cx="320040" cy="320040"/>
          </a:xfrm>
          <a:prstGeom prst="ellipse">
            <a:avLst/>
          </a:prstGeom>
          <a:noFill/>
          <a:ln w="6350"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xmlns="" id="{68E6C031-0B7B-4A1F-B78B-87ACBE781CBE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xmlns="" id="{823827E5-BBC8-407C-8683-18B54D1003FD}"/>
              </a:ext>
            </a:extLst>
          </p:cNvPr>
          <p:cNvCxnSpPr/>
          <p:nvPr userDrawn="1"/>
        </p:nvCxnSpPr>
        <p:spPr>
          <a:xfrm>
            <a:off x="3738000" y="4823455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부제목 2">
            <a:extLst>
              <a:ext uri="{FF2B5EF4-FFF2-40B4-BE49-F238E27FC236}">
                <a16:creationId xmlns:a16="http://schemas.microsoft.com/office/drawing/2014/main" xmlns="" id="{07FA0C7A-BDB4-41ED-8B06-85890DD70D92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4901618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245020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79FEDE1-14F2-46B9-85D8-8B68DB5F2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998971"/>
            <a:ext cx="3312000" cy="252820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7069FC09-58F1-47E8-B7C1-B82F1844D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0000" y="2998971"/>
            <a:ext cx="3312000" cy="252820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FD8C10-1BFB-4943-8AFE-2C55BB8DC83D}" type="datetime4">
              <a:rPr lang="ko-KR" altLang="en-US" smtClean="0"/>
              <a:pPr rtl="0"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470E458-E7C2-4395-B75D-476A174CEE45}" type="slidenum">
              <a:rPr lang="ru-RU" smtClean="0"/>
              <a:pPr rtl="0"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A617DA88-4765-4225-9C56-CD0FFD9D7673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1632332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14" name="텍스트 개체 틀 40">
            <a:extLst>
              <a:ext uri="{FF2B5EF4-FFF2-40B4-BE49-F238E27FC236}">
                <a16:creationId xmlns:a16="http://schemas.microsoft.com/office/drawing/2014/main" xmlns="" id="{2E228B39-E69E-4928-A3B9-E0820CF9C19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8200" y="2593413"/>
            <a:ext cx="3312000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7" name="내용 개체 틀 3">
            <a:extLst>
              <a:ext uri="{FF2B5EF4-FFF2-40B4-BE49-F238E27FC236}">
                <a16:creationId xmlns:a16="http://schemas.microsoft.com/office/drawing/2014/main" xmlns="" id="{5400C05A-142B-49F8-AC8C-60DBCE7C4B58}"/>
              </a:ext>
            </a:extLst>
          </p:cNvPr>
          <p:cNvSpPr>
            <a:spLocks noGrp="1"/>
          </p:cNvSpPr>
          <p:nvPr>
            <p:ph sz="half" idx="50"/>
          </p:nvPr>
        </p:nvSpPr>
        <p:spPr>
          <a:xfrm>
            <a:off x="8041800" y="2998971"/>
            <a:ext cx="3312000" cy="252820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9" name="텍스트 개체 틀 40">
            <a:extLst>
              <a:ext uri="{FF2B5EF4-FFF2-40B4-BE49-F238E27FC236}">
                <a16:creationId xmlns:a16="http://schemas.microsoft.com/office/drawing/2014/main" xmlns="" id="{BA84A100-E46E-4A91-8A0C-75C717CDFB6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40000" y="2593413"/>
            <a:ext cx="3312000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0" name="텍스트 개체 틀 40">
            <a:extLst>
              <a:ext uri="{FF2B5EF4-FFF2-40B4-BE49-F238E27FC236}">
                <a16:creationId xmlns:a16="http://schemas.microsoft.com/office/drawing/2014/main" xmlns="" id="{DB13281D-9A7C-4ED9-86E0-B903E8AE724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41800" y="2593413"/>
            <a:ext cx="3312000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908543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 descr="브러시 스트로크 지점">
            <a:extLst>
              <a:ext uri="{FF2B5EF4-FFF2-40B4-BE49-F238E27FC236}">
                <a16:creationId xmlns:a16="http://schemas.microsoft.com/office/drawing/2014/main" xmlns="" id="{0A2C58D9-C10D-4BD1-98F0-5F5552601AE6}"/>
              </a:ext>
            </a:extLst>
          </p:cNvPr>
          <p:cNvSpPr/>
          <p:nvPr userDrawn="1"/>
        </p:nvSpPr>
        <p:spPr>
          <a:xfrm>
            <a:off x="442270" y="2313405"/>
            <a:ext cx="3675888" cy="179222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22682" b="-2268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 descr="브러시 스트로크 지점">
            <a:extLst>
              <a:ext uri="{FF2B5EF4-FFF2-40B4-BE49-F238E27FC236}">
                <a16:creationId xmlns:a16="http://schemas.microsoft.com/office/drawing/2014/main" xmlns="" id="{95045E2F-58A4-48EC-BF05-523315AB6031}"/>
              </a:ext>
            </a:extLst>
          </p:cNvPr>
          <p:cNvSpPr/>
          <p:nvPr userDrawn="1"/>
        </p:nvSpPr>
        <p:spPr>
          <a:xfrm>
            <a:off x="5747630" y="2309233"/>
            <a:ext cx="3675888" cy="179222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22682" b="-2268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텍스트 개체 틀 40">
            <a:extLst>
              <a:ext uri="{FF2B5EF4-FFF2-40B4-BE49-F238E27FC236}">
                <a16:creationId xmlns:a16="http://schemas.microsoft.com/office/drawing/2014/main" xmlns="" id="{15964389-22F6-40A0-A36E-E542607646E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046452" y="3642055"/>
            <a:ext cx="4787999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D6F3FD8-7BEB-4080-AD20-18CB6D7EC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620867"/>
            <a:ext cx="10515600" cy="856343"/>
          </a:xfrm>
        </p:spPr>
        <p:txBody>
          <a:bodyPr rtlCol="0" anchor="b" anchorCtr="0"/>
          <a:lstStyle>
            <a:lvl1pPr algn="ctr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47BF347-570A-4D1E-AA9F-818FDB9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EF1BDF9-D45F-40C3-8BB5-089C02433A24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34DE783-5F47-47F2-85AE-C24C08C0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F7FE2BF-F092-4959-8655-90D82934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37" name="직선 연결선(S) 36">
            <a:extLst>
              <a:ext uri="{FF2B5EF4-FFF2-40B4-BE49-F238E27FC236}">
                <a16:creationId xmlns:a16="http://schemas.microsoft.com/office/drawing/2014/main" xmlns="" id="{D23F3562-993B-4398-A9F0-2EB3F91CE387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부제목 2">
            <a:extLst>
              <a:ext uri="{FF2B5EF4-FFF2-40B4-BE49-F238E27FC236}">
                <a16:creationId xmlns:a16="http://schemas.microsoft.com/office/drawing/2014/main" xmlns="" id="{7C726E26-D540-424D-A785-221B0A06B9C0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1632332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xmlns="" id="{59B205DF-9BF4-48EF-8022-300C804E010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046452" y="4054527"/>
            <a:ext cx="4788000" cy="83529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1" name="그림 개체 틀 2">
            <a:extLst>
              <a:ext uri="{FF2B5EF4-FFF2-40B4-BE49-F238E27FC236}">
                <a16:creationId xmlns:a16="http://schemas.microsoft.com/office/drawing/2014/main" xmlns="" id="{EDF88690-C7C9-40D4-A61F-373255AC0C78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31" name="텍스트 개체 틀 40">
            <a:extLst>
              <a:ext uri="{FF2B5EF4-FFF2-40B4-BE49-F238E27FC236}">
                <a16:creationId xmlns:a16="http://schemas.microsoft.com/office/drawing/2014/main" xmlns="" id="{19621356-FE2C-4AEC-9E89-2CC86A23021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63322" y="2599849"/>
            <a:ext cx="4871129" cy="9720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0" b="1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/>
              <a:t>12 345</a:t>
            </a:r>
          </a:p>
        </p:txBody>
      </p:sp>
      <p:sp>
        <p:nvSpPr>
          <p:cNvPr id="39" name="텍스트 개체 틀 40">
            <a:extLst>
              <a:ext uri="{FF2B5EF4-FFF2-40B4-BE49-F238E27FC236}">
                <a16:creationId xmlns:a16="http://schemas.microsoft.com/office/drawing/2014/main" xmlns="" id="{DBAF7C9B-EA69-40A6-AB82-8564FEB1ADA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6464798" y="3642350"/>
            <a:ext cx="4787999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0" name="텍스트 개체 틀 40">
            <a:extLst>
              <a:ext uri="{FF2B5EF4-FFF2-40B4-BE49-F238E27FC236}">
                <a16:creationId xmlns:a16="http://schemas.microsoft.com/office/drawing/2014/main" xmlns="" id="{8AADAA41-DB71-4C36-9EDE-CA7E3121BDA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6464798" y="4054822"/>
            <a:ext cx="4788000" cy="83529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3" name="텍스트 개체 틀 40">
            <a:extLst>
              <a:ext uri="{FF2B5EF4-FFF2-40B4-BE49-F238E27FC236}">
                <a16:creationId xmlns:a16="http://schemas.microsoft.com/office/drawing/2014/main" xmlns="" id="{B13B1E83-DF7D-4152-83F9-7A99039613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381668" y="2600144"/>
            <a:ext cx="4871129" cy="972000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0" b="1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/>
              <a:t>6 780</a:t>
            </a:r>
          </a:p>
        </p:txBody>
      </p:sp>
    </p:spTree>
    <p:extLst>
      <p:ext uri="{BB962C8B-B14F-4D97-AF65-F5344CB8AC3E}">
        <p14:creationId xmlns:p14="http://schemas.microsoft.com/office/powerpoint/2010/main" xmlns="" val="394239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원 안의 번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 descr="브러시 스트로크 지점">
            <a:extLst>
              <a:ext uri="{FF2B5EF4-FFF2-40B4-BE49-F238E27FC236}">
                <a16:creationId xmlns:a16="http://schemas.microsoft.com/office/drawing/2014/main" xmlns="" id="{553AE28F-6B33-44BE-A48E-511B9E37A8E5}"/>
              </a:ext>
            </a:extLst>
          </p:cNvPr>
          <p:cNvSpPr/>
          <p:nvPr userDrawn="1"/>
        </p:nvSpPr>
        <p:spPr>
          <a:xfrm>
            <a:off x="649833" y="2266060"/>
            <a:ext cx="10597896" cy="2011680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텍스트 개체 틀 40">
            <a:extLst>
              <a:ext uri="{FF2B5EF4-FFF2-40B4-BE49-F238E27FC236}">
                <a16:creationId xmlns:a16="http://schemas.microsoft.com/office/drawing/2014/main" xmlns="" id="{15964389-22F6-40A0-A36E-E542607646E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508836" y="4448204"/>
            <a:ext cx="3132000" cy="3432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D6F3FD8-7BEB-4080-AD20-18CB6D7EC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620867"/>
            <a:ext cx="10515600" cy="856343"/>
          </a:xfrm>
        </p:spPr>
        <p:txBody>
          <a:bodyPr rtlCol="0" anchor="b" anchorCtr="0"/>
          <a:lstStyle>
            <a:lvl1pPr algn="ctr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47BF347-570A-4D1E-AA9F-818FDB9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2D25EE2-C1C3-4140-9311-000F5147221F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34DE783-5F47-47F2-85AE-C24C08C0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F7FE2BF-F092-4959-8655-90D82934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37" name="직선 연결선(S) 36">
            <a:extLst>
              <a:ext uri="{FF2B5EF4-FFF2-40B4-BE49-F238E27FC236}">
                <a16:creationId xmlns:a16="http://schemas.microsoft.com/office/drawing/2014/main" xmlns="" id="{D23F3562-993B-4398-A9F0-2EB3F91CE387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xmlns="" id="{59B205DF-9BF4-48EF-8022-300C804E010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508836" y="4860676"/>
            <a:ext cx="3132000" cy="83529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1" name="그림 개체 틀 2">
            <a:extLst>
              <a:ext uri="{FF2B5EF4-FFF2-40B4-BE49-F238E27FC236}">
                <a16:creationId xmlns:a16="http://schemas.microsoft.com/office/drawing/2014/main" xmlns="" id="{EDF88690-C7C9-40D4-A61F-373255AC0C78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39" name="텍스트 개체 틀 40">
            <a:extLst>
              <a:ext uri="{FF2B5EF4-FFF2-40B4-BE49-F238E27FC236}">
                <a16:creationId xmlns:a16="http://schemas.microsoft.com/office/drawing/2014/main" xmlns="" id="{DBAF7C9B-EA69-40A6-AB82-8564FEB1ADA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716343" y="4448499"/>
            <a:ext cx="3132000" cy="3432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0" name="텍스트 개체 틀 40">
            <a:extLst>
              <a:ext uri="{FF2B5EF4-FFF2-40B4-BE49-F238E27FC236}">
                <a16:creationId xmlns:a16="http://schemas.microsoft.com/office/drawing/2014/main" xmlns="" id="{8AADAA41-DB71-4C36-9EDE-CA7E3121BDA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716343" y="4860971"/>
            <a:ext cx="3132000" cy="83529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29BB331B-BB86-4BF8-B64D-10A4EA066996}"/>
              </a:ext>
            </a:extLst>
          </p:cNvPr>
          <p:cNvSpPr/>
          <p:nvPr userDrawn="1"/>
        </p:nvSpPr>
        <p:spPr>
          <a:xfrm>
            <a:off x="1892209" y="1877591"/>
            <a:ext cx="2376000" cy="23760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xmlns="" id="{E4607297-0AE5-4568-8E23-9A22E0C9047F}"/>
              </a:ext>
            </a:extLst>
          </p:cNvPr>
          <p:cNvSpPr/>
          <p:nvPr userDrawn="1"/>
        </p:nvSpPr>
        <p:spPr>
          <a:xfrm>
            <a:off x="5318591" y="2318813"/>
            <a:ext cx="1929600" cy="19296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xmlns="" id="{16AB8DAF-6AF1-4CAA-AE2D-6AD8CDCCD190}"/>
              </a:ext>
            </a:extLst>
          </p:cNvPr>
          <p:cNvSpPr/>
          <p:nvPr userDrawn="1"/>
        </p:nvSpPr>
        <p:spPr>
          <a:xfrm>
            <a:off x="8892192" y="2827701"/>
            <a:ext cx="1407600" cy="14076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텍스트 개체 틀 40">
            <a:extLst>
              <a:ext uri="{FF2B5EF4-FFF2-40B4-BE49-F238E27FC236}">
                <a16:creationId xmlns:a16="http://schemas.microsoft.com/office/drawing/2014/main" xmlns="" id="{5F5CDB97-1A89-4A46-BBC6-957BE23CC68D}"/>
              </a:ext>
            </a:extLst>
          </p:cNvPr>
          <p:cNvSpPr>
            <a:spLocks noGrp="1"/>
          </p:cNvSpPr>
          <p:nvPr userDrawn="1">
            <p:ph type="body" sz="quarter" idx="61"/>
          </p:nvPr>
        </p:nvSpPr>
        <p:spPr>
          <a:xfrm>
            <a:off x="8032507" y="4448204"/>
            <a:ext cx="3132000" cy="343264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3" name="텍스트 개체 틀 40">
            <a:extLst>
              <a:ext uri="{FF2B5EF4-FFF2-40B4-BE49-F238E27FC236}">
                <a16:creationId xmlns:a16="http://schemas.microsoft.com/office/drawing/2014/main" xmlns="" id="{EE3568F2-C8B7-440C-B118-77D1EB8BA68C}"/>
              </a:ext>
            </a:extLst>
          </p:cNvPr>
          <p:cNvSpPr>
            <a:spLocks noGrp="1"/>
          </p:cNvSpPr>
          <p:nvPr userDrawn="1">
            <p:ph type="body" sz="quarter" idx="62"/>
          </p:nvPr>
        </p:nvSpPr>
        <p:spPr>
          <a:xfrm>
            <a:off x="8032507" y="4860676"/>
            <a:ext cx="3132000" cy="83529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8" name="텍스트 개체 틀 40">
            <a:extLst>
              <a:ext uri="{FF2B5EF4-FFF2-40B4-BE49-F238E27FC236}">
                <a16:creationId xmlns:a16="http://schemas.microsoft.com/office/drawing/2014/main" xmlns="" id="{04507F51-0648-491E-AE08-5EFD71620E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203729" y="2550122"/>
            <a:ext cx="1734798" cy="618236"/>
          </a:xfrm>
        </p:spPr>
        <p:txBody>
          <a:bodyPr rtlCol="0">
            <a:noAutofit/>
          </a:bodyPr>
          <a:lstStyle>
            <a:lvl1pPr marL="0" indent="0" algn="ctr" rtl="0">
              <a:lnSpc>
                <a:spcPts val="6200"/>
              </a:lnSpc>
              <a:spcBef>
                <a:spcPts val="600"/>
              </a:spcBef>
              <a:buNone/>
              <a:defRPr sz="47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 altLang="en-US" dirty="0" smtClean="0"/>
              <a:t>₩</a:t>
            </a:r>
            <a:r>
              <a:rPr lang="ko" dirty="0" smtClean="0"/>
              <a:t>100</a:t>
            </a:r>
            <a:endParaRPr lang="ko" dirty="0"/>
          </a:p>
        </p:txBody>
      </p:sp>
      <p:sp>
        <p:nvSpPr>
          <p:cNvPr id="29" name="텍스트 개체 틀 40">
            <a:extLst>
              <a:ext uri="{FF2B5EF4-FFF2-40B4-BE49-F238E27FC236}">
                <a16:creationId xmlns:a16="http://schemas.microsoft.com/office/drawing/2014/main" xmlns="" id="{DC7D0F93-C77D-44A3-A2D1-6D8B93ADE8E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203729" y="3175537"/>
            <a:ext cx="1734798" cy="418706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100" b="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/>
              <a:t>10억</a:t>
            </a:r>
          </a:p>
        </p:txBody>
      </p:sp>
      <p:sp>
        <p:nvSpPr>
          <p:cNvPr id="32" name="텍스트 개체 틀 40">
            <a:extLst>
              <a:ext uri="{FF2B5EF4-FFF2-40B4-BE49-F238E27FC236}">
                <a16:creationId xmlns:a16="http://schemas.microsoft.com/office/drawing/2014/main" xmlns="" id="{19439A71-712F-42A8-988D-A40FC79D30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13392" y="2755270"/>
            <a:ext cx="1734798" cy="618236"/>
          </a:xfrm>
        </p:spPr>
        <p:txBody>
          <a:bodyPr rtlCol="0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600"/>
              </a:spcBef>
              <a:buNone/>
              <a:defRPr sz="45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 altLang="en-US" dirty="0" smtClean="0"/>
              <a:t>₩</a:t>
            </a:r>
            <a:r>
              <a:rPr lang="ko" dirty="0" smtClean="0"/>
              <a:t>50</a:t>
            </a:r>
            <a:endParaRPr lang="ko" dirty="0"/>
          </a:p>
        </p:txBody>
      </p:sp>
      <p:sp>
        <p:nvSpPr>
          <p:cNvPr id="33" name="텍스트 개체 틀 40">
            <a:extLst>
              <a:ext uri="{FF2B5EF4-FFF2-40B4-BE49-F238E27FC236}">
                <a16:creationId xmlns:a16="http://schemas.microsoft.com/office/drawing/2014/main" xmlns="" id="{38AE03D3-550E-413E-8DD3-5A655898127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413392" y="3346179"/>
            <a:ext cx="1734798" cy="418706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/>
              <a:t>10억</a:t>
            </a:r>
          </a:p>
        </p:txBody>
      </p:sp>
      <p:sp>
        <p:nvSpPr>
          <p:cNvPr id="34" name="텍스트 개체 틀 40">
            <a:extLst>
              <a:ext uri="{FF2B5EF4-FFF2-40B4-BE49-F238E27FC236}">
                <a16:creationId xmlns:a16="http://schemas.microsoft.com/office/drawing/2014/main" xmlns="" id="{0B0F054D-7CBD-40FB-84C5-6E37FDF0EC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830050" y="3060231"/>
            <a:ext cx="1529901" cy="477909"/>
          </a:xfrm>
        </p:spPr>
        <p:txBody>
          <a:bodyPr rtlCol="0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600"/>
              </a:spcBef>
              <a:buNone/>
              <a:defRPr sz="4000" b="1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 altLang="en-US" dirty="0" smtClean="0"/>
              <a:t>₩</a:t>
            </a:r>
            <a:r>
              <a:rPr lang="ko" dirty="0" smtClean="0"/>
              <a:t>25</a:t>
            </a:r>
            <a:endParaRPr lang="ko" dirty="0"/>
          </a:p>
        </p:txBody>
      </p:sp>
      <p:sp>
        <p:nvSpPr>
          <p:cNvPr id="35" name="텍스트 개체 틀 40">
            <a:extLst>
              <a:ext uri="{FF2B5EF4-FFF2-40B4-BE49-F238E27FC236}">
                <a16:creationId xmlns:a16="http://schemas.microsoft.com/office/drawing/2014/main" xmlns="" id="{0285840A-F59B-4DDE-A051-9BBA250A628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830050" y="3580049"/>
            <a:ext cx="1529901" cy="418706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1900" b="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"/>
              <a:t>10억</a:t>
            </a:r>
          </a:p>
        </p:txBody>
      </p:sp>
    </p:spTree>
    <p:extLst>
      <p:ext uri="{BB962C8B-B14F-4D97-AF65-F5344CB8AC3E}">
        <p14:creationId xmlns:p14="http://schemas.microsoft.com/office/powerpoint/2010/main" xmlns="" val="3408001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79FEDE1-14F2-46B9-85D8-8B68DB5F2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656" y="2914563"/>
            <a:ext cx="4899002" cy="2528208"/>
          </a:xfrm>
        </p:spPr>
        <p:txBody>
          <a:bodyPr rtlCol="0">
            <a:normAutofit/>
          </a:bodyPr>
          <a:lstStyle>
            <a:lvl1pPr marL="230400" indent="-23040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buFont typeface="Arial" panose="020B0604020202020204" pitchFamily="34" charset="0"/>
              <a:buChar char="•"/>
              <a:defRPr sz="160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7BD326-F46A-495B-9DA9-0825682C6067}" type="datetime4">
              <a:rPr lang="ko-KR" altLang="en-US" smtClean="0"/>
              <a:pPr rtl="0"/>
              <a:t>2021년 3월 24일</a:t>
            </a:fld>
            <a:endParaRPr lang="ru-RU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470E458-E7C2-4395-B75D-476A174CEE45}" type="slidenum">
              <a:rPr lang="ru-RU" smtClean="0"/>
              <a:pPr rtl="0"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A617DA88-4765-4225-9C56-CD0FFD9D7673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1632332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14" name="텍스트 개체 틀 40">
            <a:extLst>
              <a:ext uri="{FF2B5EF4-FFF2-40B4-BE49-F238E27FC236}">
                <a16:creationId xmlns:a16="http://schemas.microsoft.com/office/drawing/2014/main" xmlns="" id="{2E228B39-E69E-4928-A3B9-E0820CF9C19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8197" y="2509005"/>
            <a:ext cx="4680000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0" name="텍스트 개체 틀 40">
            <a:extLst>
              <a:ext uri="{FF2B5EF4-FFF2-40B4-BE49-F238E27FC236}">
                <a16:creationId xmlns:a16="http://schemas.microsoft.com/office/drawing/2014/main" xmlns="" id="{DB13281D-9A7C-4ED9-86E0-B903E8AE724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694264" y="2509005"/>
            <a:ext cx="4680000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xmlns="" id="{609833F7-F057-48CB-9D76-2CA2BC07E553}"/>
              </a:ext>
            </a:extLst>
          </p:cNvPr>
          <p:cNvSpPr>
            <a:spLocks noGrp="1"/>
          </p:cNvSpPr>
          <p:nvPr>
            <p:ph sz="half" idx="57"/>
          </p:nvPr>
        </p:nvSpPr>
        <p:spPr>
          <a:xfrm>
            <a:off x="6475262" y="2914563"/>
            <a:ext cx="4899002" cy="2528208"/>
          </a:xfrm>
        </p:spPr>
        <p:txBody>
          <a:bodyPr rtlCol="0">
            <a:normAutofit/>
          </a:bodyPr>
          <a:lstStyle>
            <a:lvl1pPr marL="230400" indent="-23040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buFont typeface="Arial" panose="020B0604020202020204" pitchFamily="34" charset="0"/>
              <a:buChar char="•"/>
              <a:defRPr sz="160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417321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480661"/>
            <a:ext cx="10515600" cy="704696"/>
          </a:xfrm>
        </p:spPr>
        <p:txBody>
          <a:bodyPr rtlCol="0" anchor="b" anchorCtr="0"/>
          <a:lstStyle>
            <a:lvl1pPr algn="ctr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6F3796E-4F58-42C3-B43C-096CE075FC95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277438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3" name="직사각형 12" descr="브러시 스트로크 지점">
            <a:extLst>
              <a:ext uri="{FF2B5EF4-FFF2-40B4-BE49-F238E27FC236}">
                <a16:creationId xmlns:a16="http://schemas.microsoft.com/office/drawing/2014/main" xmlns="" id="{0CCD991D-2B03-47A2-8715-7661B26F9B95}"/>
              </a:ext>
            </a:extLst>
          </p:cNvPr>
          <p:cNvSpPr/>
          <p:nvPr userDrawn="1"/>
        </p:nvSpPr>
        <p:spPr>
          <a:xfrm>
            <a:off x="1990344" y="2075688"/>
            <a:ext cx="8211312" cy="270662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텍스트 개체 틀 9" descr="경쟁 업체 로고 사분면">
            <a:extLst>
              <a:ext uri="{FF2B5EF4-FFF2-40B4-BE49-F238E27FC236}">
                <a16:creationId xmlns:a16="http://schemas.microsoft.com/office/drawing/2014/main" xmlns="" id="{7246D54D-92E6-4129-9F9B-80AD6027E5B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31544" y="1409436"/>
            <a:ext cx="2728913" cy="425450"/>
          </a:xfrm>
        </p:spPr>
        <p:txBody>
          <a:bodyPr rtlCol="0">
            <a:noAutofit/>
          </a:bodyPr>
          <a:lstStyle>
            <a:lvl1pPr marL="0" indent="0" algn="ctr">
              <a:buNone/>
              <a:defRPr sz="1600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 i="1">
                <a:solidFill>
                  <a:srgbClr val="36748D"/>
                </a:solidFill>
              </a:defRPr>
            </a:lvl2pPr>
            <a:lvl3pPr marL="914400" indent="0" algn="ctr">
              <a:buNone/>
              <a:defRPr sz="1800" i="1">
                <a:solidFill>
                  <a:srgbClr val="36748D"/>
                </a:solidFill>
              </a:defRPr>
            </a:lvl3pPr>
            <a:lvl4pPr marL="1371600" indent="0" algn="ctr">
              <a:buNone/>
              <a:defRPr sz="1600" i="1">
                <a:solidFill>
                  <a:srgbClr val="36748D"/>
                </a:solidFill>
              </a:defRPr>
            </a:lvl4pPr>
            <a:lvl5pPr marL="1828800" indent="0" algn="ctr">
              <a:buNone/>
              <a:defRPr sz="1600" i="1">
                <a:solidFill>
                  <a:srgbClr val="36748D"/>
                </a:solidFill>
              </a:defRPr>
            </a:lvl5pPr>
          </a:lstStyle>
          <a:p>
            <a:pPr lvl="0" rtl="0"/>
            <a:r>
              <a:rPr lang="ko" dirty="0"/>
              <a:t>더 편리함</a:t>
            </a:r>
            <a:endParaRPr lang="ru-RU" dirty="0"/>
          </a:p>
        </p:txBody>
      </p:sp>
      <p:sp>
        <p:nvSpPr>
          <p:cNvPr id="17" name="텍스트 개체 틀 9" descr="경쟁 업체 로고 사분면">
            <a:extLst>
              <a:ext uri="{FF2B5EF4-FFF2-40B4-BE49-F238E27FC236}">
                <a16:creationId xmlns:a16="http://schemas.microsoft.com/office/drawing/2014/main" xmlns="" id="{6DEE1C9E-9A2E-44D5-B900-58F0DC5C15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31544" y="5690411"/>
            <a:ext cx="2728913" cy="425450"/>
          </a:xfrm>
        </p:spPr>
        <p:txBody>
          <a:bodyPr rtlCol="0">
            <a:noAutofit/>
          </a:bodyPr>
          <a:lstStyle>
            <a:lvl1pPr marL="0" indent="0" algn="ctr">
              <a:buNone/>
              <a:defRPr sz="1600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 i="1">
                <a:solidFill>
                  <a:srgbClr val="36748D"/>
                </a:solidFill>
              </a:defRPr>
            </a:lvl2pPr>
            <a:lvl3pPr marL="914400" indent="0" algn="ctr">
              <a:buNone/>
              <a:defRPr sz="1800" i="1">
                <a:solidFill>
                  <a:srgbClr val="36748D"/>
                </a:solidFill>
              </a:defRPr>
            </a:lvl3pPr>
            <a:lvl4pPr marL="1371600" indent="0" algn="ctr">
              <a:buNone/>
              <a:defRPr sz="1600" i="1">
                <a:solidFill>
                  <a:srgbClr val="36748D"/>
                </a:solidFill>
              </a:defRPr>
            </a:lvl4pPr>
            <a:lvl5pPr marL="1828800" indent="0" algn="ctr">
              <a:buNone/>
              <a:defRPr sz="1600" i="1">
                <a:solidFill>
                  <a:srgbClr val="36748D"/>
                </a:solidFill>
              </a:defRPr>
            </a:lvl5pPr>
          </a:lstStyle>
          <a:p>
            <a:pPr lvl="0" rtl="0"/>
            <a:r>
              <a:rPr lang="ko"/>
              <a:t>덜 편리함</a:t>
            </a:r>
            <a:endParaRPr lang="ru-RU" dirty="0"/>
          </a:p>
        </p:txBody>
      </p:sp>
      <p:sp>
        <p:nvSpPr>
          <p:cNvPr id="18" name="텍스트 개체 틀 9">
            <a:extLst>
              <a:ext uri="{FF2B5EF4-FFF2-40B4-BE49-F238E27FC236}">
                <a16:creationId xmlns:a16="http://schemas.microsoft.com/office/drawing/2014/main" xmlns="" id="{66B9A18B-0CF3-4C0A-B305-707B9A6691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9903" y="3744448"/>
            <a:ext cx="2728913" cy="425450"/>
          </a:xfrm>
        </p:spPr>
        <p:txBody>
          <a:bodyPr rtlCol="0">
            <a:noAutofit/>
          </a:bodyPr>
          <a:lstStyle>
            <a:lvl1pPr marL="0" indent="0" algn="l">
              <a:buNone/>
              <a:defRPr sz="1600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 i="1">
                <a:solidFill>
                  <a:srgbClr val="36748D"/>
                </a:solidFill>
              </a:defRPr>
            </a:lvl2pPr>
            <a:lvl3pPr marL="914400" indent="0" algn="ctr">
              <a:buNone/>
              <a:defRPr sz="1800" i="1">
                <a:solidFill>
                  <a:srgbClr val="36748D"/>
                </a:solidFill>
              </a:defRPr>
            </a:lvl3pPr>
            <a:lvl4pPr marL="1371600" indent="0" algn="ctr">
              <a:buNone/>
              <a:defRPr sz="1600" i="1">
                <a:solidFill>
                  <a:srgbClr val="36748D"/>
                </a:solidFill>
              </a:defRPr>
            </a:lvl4pPr>
            <a:lvl5pPr marL="1828800" indent="0" algn="ctr">
              <a:buNone/>
              <a:defRPr sz="1600" i="1">
                <a:solidFill>
                  <a:srgbClr val="36748D"/>
                </a:solidFill>
              </a:defRPr>
            </a:lvl5pPr>
          </a:lstStyle>
          <a:p>
            <a:pPr lvl="0" rtl="0"/>
            <a:r>
              <a:rPr lang="ko"/>
              <a:t>고비용</a:t>
            </a:r>
            <a:endParaRPr lang="ru-RU" dirty="0"/>
          </a:p>
        </p:txBody>
      </p:sp>
      <p:sp>
        <p:nvSpPr>
          <p:cNvPr id="19" name="텍스트 개체 틀 9" descr="경쟁 업체 로고 사분면">
            <a:extLst>
              <a:ext uri="{FF2B5EF4-FFF2-40B4-BE49-F238E27FC236}">
                <a16:creationId xmlns:a16="http://schemas.microsoft.com/office/drawing/2014/main" xmlns="" id="{6FE680D8-859C-4A7C-AD2D-F5FBE95F1C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614398" y="3744448"/>
            <a:ext cx="2728913" cy="425450"/>
          </a:xfrm>
        </p:spPr>
        <p:txBody>
          <a:bodyPr rtlCol="0">
            <a:noAutofit/>
          </a:bodyPr>
          <a:lstStyle>
            <a:lvl1pPr marL="0" indent="0" algn="r">
              <a:buNone/>
              <a:defRPr sz="1600" i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 i="1">
                <a:solidFill>
                  <a:srgbClr val="36748D"/>
                </a:solidFill>
              </a:defRPr>
            </a:lvl2pPr>
            <a:lvl3pPr marL="914400" indent="0" algn="ctr">
              <a:buNone/>
              <a:defRPr sz="1800" i="1">
                <a:solidFill>
                  <a:srgbClr val="36748D"/>
                </a:solidFill>
              </a:defRPr>
            </a:lvl3pPr>
            <a:lvl4pPr marL="1371600" indent="0" algn="ctr">
              <a:buNone/>
              <a:defRPr sz="1600" i="1">
                <a:solidFill>
                  <a:srgbClr val="36748D"/>
                </a:solidFill>
              </a:defRPr>
            </a:lvl4pPr>
            <a:lvl5pPr marL="1828800" indent="0" algn="ctr">
              <a:buNone/>
              <a:defRPr sz="1600" i="1">
                <a:solidFill>
                  <a:srgbClr val="36748D"/>
                </a:solidFill>
              </a:defRPr>
            </a:lvl5pPr>
          </a:lstStyle>
          <a:p>
            <a:pPr lvl="0" rtl="0"/>
            <a:r>
              <a:rPr lang="ko"/>
              <a:t>저비용</a:t>
            </a:r>
            <a:endParaRPr lang="ru-RU" dirty="0"/>
          </a:p>
        </p:txBody>
      </p:sp>
      <p:sp>
        <p:nvSpPr>
          <p:cNvPr id="22" name="그림 개체 틀 11" descr="경쟁 업체 로고 사분면">
            <a:extLst>
              <a:ext uri="{FF2B5EF4-FFF2-40B4-BE49-F238E27FC236}">
                <a16:creationId xmlns:a16="http://schemas.microsoft.com/office/drawing/2014/main" xmlns="" id="{E6B6CE82-1BDF-4550-8960-7F41345BA07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271215" y="2622855"/>
            <a:ext cx="1772153" cy="77724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경쟁 업체 2</a:t>
            </a:r>
          </a:p>
          <a:p>
            <a:pPr rtl="0"/>
            <a:r>
              <a:rPr lang="ko"/>
              <a:t>로고</a:t>
            </a:r>
            <a:endParaRPr lang="ru-RU" dirty="0"/>
          </a:p>
        </p:txBody>
      </p:sp>
      <p:sp>
        <p:nvSpPr>
          <p:cNvPr id="23" name="그림 개체 틀 11" descr="경쟁 업체 로고 사분면">
            <a:extLst>
              <a:ext uri="{FF2B5EF4-FFF2-40B4-BE49-F238E27FC236}">
                <a16:creationId xmlns:a16="http://schemas.microsoft.com/office/drawing/2014/main" xmlns="" id="{582E2341-B28C-43DC-9292-43E8D75A3BDD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66167" y="2060082"/>
            <a:ext cx="1772153" cy="77724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경쟁 업체 1</a:t>
            </a:r>
            <a:endParaRPr lang="en-US" dirty="0"/>
          </a:p>
          <a:p>
            <a:pPr rtl="0"/>
            <a:r>
              <a:rPr lang="ko"/>
              <a:t>로고</a:t>
            </a:r>
            <a:endParaRPr lang="ru-RU" dirty="0"/>
          </a:p>
        </p:txBody>
      </p:sp>
      <p:sp>
        <p:nvSpPr>
          <p:cNvPr id="24" name="그림 개체 틀 11" descr="경쟁 업체 로고 사분면">
            <a:extLst>
              <a:ext uri="{FF2B5EF4-FFF2-40B4-BE49-F238E27FC236}">
                <a16:creationId xmlns:a16="http://schemas.microsoft.com/office/drawing/2014/main" xmlns="" id="{B5CF88F9-58C0-4E88-8243-2E2026B3D84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872684" y="4500968"/>
            <a:ext cx="1772153" cy="77724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 dirty="0"/>
              <a:t>경쟁 업체 3</a:t>
            </a:r>
            <a:endParaRPr lang="en-US" dirty="0"/>
          </a:p>
          <a:p>
            <a:pPr rtl="0"/>
            <a:r>
              <a:rPr lang="ko" dirty="0"/>
              <a:t>로고</a:t>
            </a:r>
            <a:endParaRPr lang="ru-RU" dirty="0"/>
          </a:p>
        </p:txBody>
      </p:sp>
      <p:sp>
        <p:nvSpPr>
          <p:cNvPr id="25" name="그림 개체 틀 11" descr="경쟁 업체 로고 사분면">
            <a:extLst>
              <a:ext uri="{FF2B5EF4-FFF2-40B4-BE49-F238E27FC236}">
                <a16:creationId xmlns:a16="http://schemas.microsoft.com/office/drawing/2014/main" xmlns="" id="{A82EE939-4C57-4B18-8083-AFBEAFEFF3C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36591" y="2679507"/>
            <a:ext cx="1772153" cy="77724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경쟁 업체 4</a:t>
            </a:r>
            <a:endParaRPr lang="en-US" dirty="0"/>
          </a:p>
          <a:p>
            <a:pPr rtl="0"/>
            <a:r>
              <a:rPr lang="ko"/>
              <a:t>로고</a:t>
            </a:r>
          </a:p>
        </p:txBody>
      </p:sp>
      <p:sp>
        <p:nvSpPr>
          <p:cNvPr id="26" name="그림 개체 틀 11" descr="경쟁 업체 로고 사분면">
            <a:extLst>
              <a:ext uri="{FF2B5EF4-FFF2-40B4-BE49-F238E27FC236}">
                <a16:creationId xmlns:a16="http://schemas.microsoft.com/office/drawing/2014/main" xmlns="" id="{6F0782C9-DB20-403D-BE02-0A8B0F75EEB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458028" y="4605894"/>
            <a:ext cx="1772153" cy="77724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경쟁 업체 5</a:t>
            </a:r>
            <a:endParaRPr lang="en-US" dirty="0"/>
          </a:p>
          <a:p>
            <a:pPr rtl="0"/>
            <a:r>
              <a:rPr lang="ko"/>
              <a:t>로고</a:t>
            </a:r>
            <a:endParaRPr lang="ru-RU" dirty="0"/>
          </a:p>
        </p:txBody>
      </p:sp>
      <p:sp>
        <p:nvSpPr>
          <p:cNvPr id="27" name="그림 개체 틀 11" descr="경쟁 업체 로고 사분면">
            <a:extLst>
              <a:ext uri="{FF2B5EF4-FFF2-40B4-BE49-F238E27FC236}">
                <a16:creationId xmlns:a16="http://schemas.microsoft.com/office/drawing/2014/main" xmlns="" id="{BD7EAF5B-32EC-4B5A-91BC-2486855FFC2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132534" y="4368730"/>
            <a:ext cx="1772153" cy="77724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경쟁 업체 6</a:t>
            </a:r>
            <a:endParaRPr lang="en-US" dirty="0"/>
          </a:p>
          <a:p>
            <a:pPr rtl="0"/>
            <a:r>
              <a:rPr lang="ko"/>
              <a:t>로고</a:t>
            </a:r>
            <a:endParaRPr lang="ru-RU" dirty="0"/>
          </a:p>
        </p:txBody>
      </p:sp>
      <p:sp>
        <p:nvSpPr>
          <p:cNvPr id="28" name="그림 개체 틀 14" descr="경쟁 업체 로고 사분면">
            <a:extLst>
              <a:ext uri="{FF2B5EF4-FFF2-40B4-BE49-F238E27FC236}">
                <a16:creationId xmlns:a16="http://schemas.microsoft.com/office/drawing/2014/main" xmlns="" id="{13F923C2-8EA1-4CAA-AD2F-96AD06CA898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697679" y="2082333"/>
            <a:ext cx="1207008" cy="841248"/>
          </a:xfrm>
        </p:spPr>
        <p:txBody>
          <a:bodyPr wrap="square" lIns="46800" rIns="4680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현재</a:t>
            </a:r>
            <a:r>
              <a:rPr lang="en-US" dirty="0"/>
              <a:t/>
            </a:r>
            <a:br>
              <a:rPr lang="en-US" dirty="0"/>
            </a:br>
            <a:r>
              <a:rPr lang="ko"/>
              <a:t>식당 </a:t>
            </a:r>
            <a:r>
              <a:rPr lang="en-US" dirty="0"/>
              <a:t/>
            </a:r>
            <a:br>
              <a:rPr lang="en-US" dirty="0"/>
            </a:br>
            <a:r>
              <a:rPr lang="ko"/>
              <a:t>로고</a:t>
            </a:r>
            <a:endParaRPr lang="ru-RU" dirty="0"/>
          </a:p>
        </p:txBody>
      </p:sp>
      <p:cxnSp>
        <p:nvCxnSpPr>
          <p:cNvPr id="29" name="직선 화살표 연결선 28" descr="경쟁 업체 로고 사분면">
            <a:extLst>
              <a:ext uri="{FF2B5EF4-FFF2-40B4-BE49-F238E27FC236}">
                <a16:creationId xmlns:a16="http://schemas.microsoft.com/office/drawing/2014/main" xmlns="" id="{6E38594D-B49F-47FB-AAB7-D4B848169F4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4162045" y="3698539"/>
            <a:ext cx="38679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 descr="경쟁 업체 로고 사분면">
            <a:extLst>
              <a:ext uri="{FF2B5EF4-FFF2-40B4-BE49-F238E27FC236}">
                <a16:creationId xmlns:a16="http://schemas.microsoft.com/office/drawing/2014/main" xmlns="" id="{9CDF9FE9-ABF5-4DE2-A545-2BF180F9F5ED}"/>
              </a:ext>
            </a:extLst>
          </p:cNvPr>
          <p:cNvCxnSpPr>
            <a:cxnSpLocks/>
          </p:cNvCxnSpPr>
          <p:nvPr userDrawn="1"/>
        </p:nvCxnSpPr>
        <p:spPr>
          <a:xfrm>
            <a:off x="943519" y="3680663"/>
            <a:ext cx="1033255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50266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블록 내용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178B7359-F8D9-49C3-9ECB-5D7928220A32}"/>
              </a:ext>
            </a:extLst>
          </p:cNvPr>
          <p:cNvSpPr/>
          <p:nvPr userDrawn="1"/>
        </p:nvSpPr>
        <p:spPr>
          <a:xfrm>
            <a:off x="940831" y="2764203"/>
            <a:ext cx="3106800" cy="2706587"/>
          </a:xfrm>
          <a:prstGeom prst="rect">
            <a:avLst/>
          </a:prstGeom>
          <a:noFill/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DD6BF640-6D98-46DC-BF66-FEB2A0511221}"/>
              </a:ext>
            </a:extLst>
          </p:cNvPr>
          <p:cNvSpPr/>
          <p:nvPr userDrawn="1"/>
        </p:nvSpPr>
        <p:spPr>
          <a:xfrm>
            <a:off x="8132936" y="2762391"/>
            <a:ext cx="3106800" cy="2706587"/>
          </a:xfrm>
          <a:prstGeom prst="rect">
            <a:avLst/>
          </a:prstGeom>
          <a:noFill/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E7397380-65CA-490B-89DE-D8D1C25E0B00}"/>
              </a:ext>
            </a:extLst>
          </p:cNvPr>
          <p:cNvSpPr/>
          <p:nvPr userDrawn="1"/>
        </p:nvSpPr>
        <p:spPr>
          <a:xfrm>
            <a:off x="4542600" y="2762391"/>
            <a:ext cx="3106800" cy="2706587"/>
          </a:xfrm>
          <a:prstGeom prst="rect">
            <a:avLst/>
          </a:prstGeom>
          <a:noFill/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5252BCA-7050-40A2-A745-BB966870609C}"/>
              </a:ext>
            </a:extLst>
          </p:cNvPr>
          <p:cNvSpPr/>
          <p:nvPr userDrawn="1"/>
        </p:nvSpPr>
        <p:spPr>
          <a:xfrm>
            <a:off x="940831" y="1953987"/>
            <a:ext cx="3106800" cy="841205"/>
          </a:xfrm>
          <a:prstGeom prst="rect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D527CE3-3CBA-457F-9CA1-8953ED99D91E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8" name="텍스트 개체 틀 12">
            <a:extLst>
              <a:ext uri="{FF2B5EF4-FFF2-40B4-BE49-F238E27FC236}">
                <a16:creationId xmlns:a16="http://schemas.microsoft.com/office/drawing/2014/main" xmlns="" id="{C28E9701-34F1-4219-ACE1-7000B0AE2C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09" y="2871230"/>
            <a:ext cx="3106800" cy="2599560"/>
          </a:xfrm>
        </p:spPr>
        <p:txBody>
          <a:bodyPr rtlCol="0">
            <a:normAutofit/>
          </a:bodyPr>
          <a:lstStyle>
            <a:lvl1pPr marL="180000" indent="-180000">
              <a:lnSpc>
                <a:spcPct val="100000"/>
              </a:lnSpc>
              <a:buClr>
                <a:srgbClr val="9D0000"/>
              </a:buClr>
              <a:defRPr sz="1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80000" indent="-180000">
              <a:lnSpc>
                <a:spcPct val="100000"/>
              </a:lnSpc>
              <a:buClr>
                <a:srgbClr val="9D0000"/>
              </a:buClr>
              <a:defRPr sz="1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80000" indent="-180000">
              <a:lnSpc>
                <a:spcPct val="100000"/>
              </a:lnSpc>
              <a:buClr>
                <a:srgbClr val="9D0000"/>
              </a:buClr>
              <a:defRPr sz="1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80000" indent="-180000">
              <a:lnSpc>
                <a:spcPct val="100000"/>
              </a:lnSpc>
              <a:buClr>
                <a:srgbClr val="9D0000"/>
              </a:buClr>
              <a:defRPr sz="1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0000" indent="-180000">
              <a:lnSpc>
                <a:spcPct val="100000"/>
              </a:lnSpc>
              <a:buClr>
                <a:srgbClr val="9D0000"/>
              </a:buClr>
              <a:defRPr sz="1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  <a:p>
            <a:pPr lvl="1" rtl="0"/>
            <a:r>
              <a:rPr lang="ko-KR" altLang="en-US" smtClean="0"/>
              <a:t>둘째 수준</a:t>
            </a:r>
          </a:p>
          <a:p>
            <a:pPr lvl="2" rtl="0"/>
            <a:r>
              <a:rPr lang="ko-KR" altLang="en-US" smtClean="0"/>
              <a:t>셋째 수준</a:t>
            </a:r>
          </a:p>
          <a:p>
            <a:pPr lvl="3" rtl="0"/>
            <a:r>
              <a:rPr lang="ko-KR" altLang="en-US" smtClean="0"/>
              <a:t>넷째 수준</a:t>
            </a:r>
          </a:p>
          <a:p>
            <a:pPr lvl="4" rtl="0"/>
            <a:r>
              <a:rPr lang="ko-KR" altLang="en-US" smtClean="0"/>
              <a:t>다섯째 수준</a:t>
            </a:r>
            <a:endParaRPr lang="ru-RU" dirty="0"/>
          </a:p>
        </p:txBody>
      </p:sp>
      <p:sp>
        <p:nvSpPr>
          <p:cNvPr id="19" name="텍스트 개체 틀 3">
            <a:extLst>
              <a:ext uri="{FF2B5EF4-FFF2-40B4-BE49-F238E27FC236}">
                <a16:creationId xmlns:a16="http://schemas.microsoft.com/office/drawing/2014/main" xmlns="" id="{415564D0-8659-4746-BD61-2022D5A1571C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141089" y="2123251"/>
            <a:ext cx="2906220" cy="400978"/>
          </a:xfrm>
        </p:spPr>
        <p:txBody>
          <a:bodyPr rtlCol="0">
            <a:normAutofit/>
          </a:bodyPr>
          <a:lstStyle>
            <a:lvl1pPr marL="0" indent="0" algn="l">
              <a:buNone/>
              <a:defRPr lang="en-US" sz="24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</a:t>
            </a:r>
          </a:p>
        </p:txBody>
      </p:sp>
      <p:sp>
        <p:nvSpPr>
          <p:cNvPr id="22" name="부제목 2">
            <a:extLst>
              <a:ext uri="{FF2B5EF4-FFF2-40B4-BE49-F238E27FC236}">
                <a16:creationId xmlns:a16="http://schemas.microsoft.com/office/drawing/2014/main" xmlns="" id="{322C9944-3681-441A-BDB1-D9901BE862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0273" y="2433516"/>
            <a:ext cx="2907035" cy="251428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" dirty="0"/>
              <a:t>클릭하여 마스터 텍스트 편집</a:t>
            </a:r>
            <a:endParaRPr lang="ru-RU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FB03FB91-2842-4B1B-8AE9-E9D1FF269D35}"/>
              </a:ext>
            </a:extLst>
          </p:cNvPr>
          <p:cNvSpPr/>
          <p:nvPr userDrawn="1"/>
        </p:nvSpPr>
        <p:spPr>
          <a:xfrm>
            <a:off x="4542600" y="1952175"/>
            <a:ext cx="3106800" cy="841205"/>
          </a:xfrm>
          <a:prstGeom prst="rect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텍스트 개체 틀 12">
            <a:extLst>
              <a:ext uri="{FF2B5EF4-FFF2-40B4-BE49-F238E27FC236}">
                <a16:creationId xmlns:a16="http://schemas.microsoft.com/office/drawing/2014/main" xmlns="" id="{9616E1B6-498C-460B-AB62-AF81D52C449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542278" y="2869418"/>
            <a:ext cx="3106800" cy="2599560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ru-RU" sz="14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  <a:p>
            <a:pPr lvl="1" rtl="0"/>
            <a:r>
              <a:rPr lang="ko-KR" altLang="en-US" smtClean="0"/>
              <a:t>둘째 수준</a:t>
            </a:r>
          </a:p>
          <a:p>
            <a:pPr lvl="2" rtl="0"/>
            <a:r>
              <a:rPr lang="ko-KR" altLang="en-US" smtClean="0"/>
              <a:t>셋째 수준</a:t>
            </a:r>
          </a:p>
          <a:p>
            <a:pPr lvl="3" rtl="0"/>
            <a:r>
              <a:rPr lang="ko-KR" altLang="en-US" smtClean="0"/>
              <a:t>넷째 수준</a:t>
            </a:r>
          </a:p>
          <a:p>
            <a:pPr lvl="4" rtl="0"/>
            <a:r>
              <a:rPr lang="ko-KR" altLang="en-US" smtClean="0"/>
              <a:t>다섯째 수준</a:t>
            </a:r>
            <a:endParaRPr lang="ru-RU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5C441323-C1A6-4BDC-AC0A-1EFAFD9BB852}"/>
              </a:ext>
            </a:extLst>
          </p:cNvPr>
          <p:cNvSpPr/>
          <p:nvPr userDrawn="1"/>
        </p:nvSpPr>
        <p:spPr>
          <a:xfrm>
            <a:off x="8132936" y="1952175"/>
            <a:ext cx="3106800" cy="841205"/>
          </a:xfrm>
          <a:prstGeom prst="rect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텍스트 개체 틀 12">
            <a:extLst>
              <a:ext uri="{FF2B5EF4-FFF2-40B4-BE49-F238E27FC236}">
                <a16:creationId xmlns:a16="http://schemas.microsoft.com/office/drawing/2014/main" xmlns="" id="{BDD3F4DF-AE9A-4210-B425-69CEFF02107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132614" y="2869418"/>
            <a:ext cx="3106800" cy="2599560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0000" indent="-180000" algn="l" defTabSz="914400" rtl="0" eaLnBrk="1" latinLnBrk="0" hangingPunct="1">
              <a:lnSpc>
                <a:spcPct val="100000"/>
              </a:lnSpc>
              <a:buClr>
                <a:srgbClr val="9D0000"/>
              </a:buClr>
              <a:buFont typeface="Arial" panose="020B0604020202020204" pitchFamily="34" charset="0"/>
              <a:buChar char="•"/>
              <a:defRPr lang="ru-RU" sz="14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  <a:p>
            <a:pPr lvl="1" rtl="0"/>
            <a:r>
              <a:rPr lang="ko-KR" altLang="en-US" smtClean="0"/>
              <a:t>둘째 수준</a:t>
            </a:r>
          </a:p>
          <a:p>
            <a:pPr lvl="2" rtl="0"/>
            <a:r>
              <a:rPr lang="ko-KR" altLang="en-US" smtClean="0"/>
              <a:t>셋째 수준</a:t>
            </a:r>
          </a:p>
          <a:p>
            <a:pPr lvl="3" rtl="0"/>
            <a:r>
              <a:rPr lang="ko-KR" altLang="en-US" smtClean="0"/>
              <a:t>넷째 수준</a:t>
            </a:r>
          </a:p>
          <a:p>
            <a:pPr lvl="4" rtl="0"/>
            <a:r>
              <a:rPr lang="ko-KR" altLang="en-US" smtClean="0"/>
              <a:t>다섯째 수준</a:t>
            </a:r>
            <a:endParaRPr lang="ru-RU" dirty="0"/>
          </a:p>
        </p:txBody>
      </p:sp>
      <p:sp>
        <p:nvSpPr>
          <p:cNvPr id="43" name="텍스트 개체 틀 3">
            <a:extLst>
              <a:ext uri="{FF2B5EF4-FFF2-40B4-BE49-F238E27FC236}">
                <a16:creationId xmlns:a16="http://schemas.microsoft.com/office/drawing/2014/main" xmlns="" id="{DE83707A-ED46-4701-A2DF-CAF67EC69C0D}"/>
              </a:ext>
            </a:extLst>
          </p:cNvPr>
          <p:cNvSpPr>
            <a:spLocks noGrp="1"/>
          </p:cNvSpPr>
          <p:nvPr>
            <p:ph type="body" sz="half" idx="60" hasCustomPrompt="1"/>
          </p:nvPr>
        </p:nvSpPr>
        <p:spPr>
          <a:xfrm>
            <a:off x="4742364" y="2123251"/>
            <a:ext cx="2906220" cy="400978"/>
          </a:xfrm>
        </p:spPr>
        <p:txBody>
          <a:bodyPr rtlCol="0">
            <a:normAutofit/>
          </a:bodyPr>
          <a:lstStyle>
            <a:lvl1pPr marL="0" indent="0" algn="l">
              <a:buNone/>
              <a:defRPr lang="en-US" sz="24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</a:t>
            </a:r>
          </a:p>
        </p:txBody>
      </p:sp>
      <p:sp>
        <p:nvSpPr>
          <p:cNvPr id="45" name="텍스트 개체 틀 3">
            <a:extLst>
              <a:ext uri="{FF2B5EF4-FFF2-40B4-BE49-F238E27FC236}">
                <a16:creationId xmlns:a16="http://schemas.microsoft.com/office/drawing/2014/main" xmlns="" id="{79E3F99B-4600-4E33-94D7-64D008878A7E}"/>
              </a:ext>
            </a:extLst>
          </p:cNvPr>
          <p:cNvSpPr>
            <a:spLocks noGrp="1"/>
          </p:cNvSpPr>
          <p:nvPr>
            <p:ph type="body" sz="half" idx="61" hasCustomPrompt="1"/>
          </p:nvPr>
        </p:nvSpPr>
        <p:spPr>
          <a:xfrm>
            <a:off x="8333194" y="2123251"/>
            <a:ext cx="2906220" cy="400978"/>
          </a:xfrm>
        </p:spPr>
        <p:txBody>
          <a:bodyPr rtlCol="0">
            <a:normAutofit/>
          </a:bodyPr>
          <a:lstStyle>
            <a:lvl1pPr marL="0" indent="0" algn="l">
              <a:buNone/>
              <a:defRPr lang="en-US" sz="24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xmlns="" id="{1C632C55-1D14-4AE5-91FB-49DA7604581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42364" y="2432944"/>
            <a:ext cx="2919600" cy="252000"/>
          </a:xfrm>
        </p:spPr>
        <p:txBody>
          <a:bodyPr rtlCol="0">
            <a:no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>
              <a:defRPr lang="en-US" sz="1600" i="1" kern="1200" dirty="0" smtClean="0">
                <a:solidFill>
                  <a:srgbClr val="8D6347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i="1" kern="1200" dirty="0" smtClean="0">
                <a:solidFill>
                  <a:srgbClr val="8D6347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i="1" kern="1200" dirty="0" smtClean="0">
                <a:solidFill>
                  <a:srgbClr val="8D6347"/>
                </a:solidFill>
                <a:latin typeface="+mn-lt"/>
                <a:ea typeface="+mn-ea"/>
                <a:cs typeface="+mn-cs"/>
              </a:defRPr>
            </a:lvl4pPr>
            <a:lvl5pPr>
              <a:defRPr lang="ru-RU" sz="1600" i="1" kern="1200" dirty="0">
                <a:solidFill>
                  <a:srgbClr val="8D6347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ko" dirty="0"/>
              <a:t>클릭하여 마스터 텍스트 편집</a:t>
            </a:r>
            <a:endParaRPr lang="ru-RU" dirty="0"/>
          </a:p>
        </p:txBody>
      </p:sp>
      <p:sp>
        <p:nvSpPr>
          <p:cNvPr id="46" name="텍스트 개체 틀 11">
            <a:extLst>
              <a:ext uri="{FF2B5EF4-FFF2-40B4-BE49-F238E27FC236}">
                <a16:creationId xmlns:a16="http://schemas.microsoft.com/office/drawing/2014/main" xmlns="" id="{52665BC8-C66B-455F-8D42-C0B89951FC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333194" y="2432944"/>
            <a:ext cx="2919600" cy="252000"/>
          </a:xfrm>
        </p:spPr>
        <p:txBody>
          <a:bodyPr rtlCol="0">
            <a:no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>
              <a:defRPr lang="en-US" sz="1600" i="1" kern="1200" dirty="0" smtClean="0">
                <a:solidFill>
                  <a:srgbClr val="8D6347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600" i="1" kern="1200" dirty="0" smtClean="0">
                <a:solidFill>
                  <a:srgbClr val="8D6347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600" i="1" kern="1200" dirty="0" smtClean="0">
                <a:solidFill>
                  <a:srgbClr val="8D6347"/>
                </a:solidFill>
                <a:latin typeface="+mn-lt"/>
                <a:ea typeface="+mn-ea"/>
                <a:cs typeface="+mn-cs"/>
              </a:defRPr>
            </a:lvl4pPr>
            <a:lvl5pPr>
              <a:defRPr lang="ru-RU" sz="1600" i="1" kern="1200" dirty="0">
                <a:solidFill>
                  <a:srgbClr val="8D6347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ko" dirty="0"/>
              <a:t>클릭하여 마스터 텍스트 편집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742618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/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79FEDE1-14F2-46B9-85D8-8B68DB5F2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6" y="2299110"/>
            <a:ext cx="5220000" cy="326750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buFont typeface="Arial" panose="020B0604020202020204" pitchFamily="34" charset="0"/>
              <a:buNone/>
              <a:defRPr sz="160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8BEBCE0-6107-4E9A-83F2-EDC7F9706F9E}" type="datetime4">
              <a:rPr lang="ko-KR" altLang="en-US" smtClean="0"/>
              <a:pPr rtl="0"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470E458-E7C2-4395-B75D-476A174CEE45}" type="slidenum">
              <a:rPr lang="ru-RU" smtClean="0"/>
              <a:pPr rtl="0"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40">
            <a:extLst>
              <a:ext uri="{FF2B5EF4-FFF2-40B4-BE49-F238E27FC236}">
                <a16:creationId xmlns:a16="http://schemas.microsoft.com/office/drawing/2014/main" xmlns="" id="{2E228B39-E69E-4928-A3B9-E0820CF9C19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8206" y="1893552"/>
            <a:ext cx="5220000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rgbClr val="9D00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0" name="텍스트 개체 틀 40">
            <a:extLst>
              <a:ext uri="{FF2B5EF4-FFF2-40B4-BE49-F238E27FC236}">
                <a16:creationId xmlns:a16="http://schemas.microsoft.com/office/drawing/2014/main" xmlns="" id="{DB13281D-9A7C-4ED9-86E0-B903E8AE724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33806" y="1893552"/>
            <a:ext cx="5220000" cy="343264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700" b="1" i="0">
                <a:solidFill>
                  <a:srgbClr val="9D0000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xmlns="" id="{609833F7-F057-48CB-9D76-2CA2BC07E553}"/>
              </a:ext>
            </a:extLst>
          </p:cNvPr>
          <p:cNvSpPr>
            <a:spLocks noGrp="1"/>
          </p:cNvSpPr>
          <p:nvPr>
            <p:ph sz="half" idx="57"/>
          </p:nvPr>
        </p:nvSpPr>
        <p:spPr>
          <a:xfrm>
            <a:off x="6133806" y="2299110"/>
            <a:ext cx="5220000" cy="326750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buFont typeface="Arial" panose="020B0604020202020204" pitchFamily="34" charset="0"/>
              <a:buNone/>
              <a:defRPr sz="1600" i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3847814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간 표시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 descr="브러시 스트로크 지점">
            <a:extLst>
              <a:ext uri="{FF2B5EF4-FFF2-40B4-BE49-F238E27FC236}">
                <a16:creationId xmlns:a16="http://schemas.microsoft.com/office/drawing/2014/main" xmlns="" id="{5E9B7E8C-EA81-4F11-B6B4-4C6D0883E361}"/>
              </a:ext>
            </a:extLst>
          </p:cNvPr>
          <p:cNvSpPr/>
          <p:nvPr userDrawn="1"/>
        </p:nvSpPr>
        <p:spPr>
          <a:xfrm>
            <a:off x="0" y="2554816"/>
            <a:ext cx="12192000" cy="103327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l="-2613" t="-436" r="-2613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9" name="직선 연결선(S) 48">
            <a:extLst>
              <a:ext uri="{FF2B5EF4-FFF2-40B4-BE49-F238E27FC236}">
                <a16:creationId xmlns:a16="http://schemas.microsoft.com/office/drawing/2014/main" xmlns="" id="{A22D2062-91DE-4F9D-8979-5E7B70BB4D5C}"/>
              </a:ext>
            </a:extLst>
          </p:cNvPr>
          <p:cNvCxnSpPr/>
          <p:nvPr userDrawn="1"/>
        </p:nvCxnSpPr>
        <p:spPr>
          <a:xfrm>
            <a:off x="1430172" y="3058752"/>
            <a:ext cx="886825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xmlns="" id="{4EB635A0-8647-462E-8EFA-7972F5298BA4}"/>
              </a:ext>
            </a:extLst>
          </p:cNvPr>
          <p:cNvSpPr/>
          <p:nvPr userDrawn="1"/>
        </p:nvSpPr>
        <p:spPr>
          <a:xfrm>
            <a:off x="7728076" y="2515014"/>
            <a:ext cx="1105200" cy="11052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xmlns="" id="{85070A80-8F0E-4B18-B219-F60856841BC5}"/>
              </a:ext>
            </a:extLst>
          </p:cNvPr>
          <p:cNvSpPr/>
          <p:nvPr userDrawn="1"/>
        </p:nvSpPr>
        <p:spPr>
          <a:xfrm>
            <a:off x="5541531" y="2515014"/>
            <a:ext cx="1105200" cy="11052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xmlns="" id="{ECAA45C4-93C9-4DB5-B9C6-4767D32E7D4F}"/>
              </a:ext>
            </a:extLst>
          </p:cNvPr>
          <p:cNvSpPr/>
          <p:nvPr userDrawn="1"/>
        </p:nvSpPr>
        <p:spPr>
          <a:xfrm>
            <a:off x="3354987" y="2515014"/>
            <a:ext cx="1105200" cy="11052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xmlns="" id="{E5C9AF58-99E9-4922-BA5A-693C45628310}"/>
              </a:ext>
            </a:extLst>
          </p:cNvPr>
          <p:cNvSpPr/>
          <p:nvPr userDrawn="1"/>
        </p:nvSpPr>
        <p:spPr>
          <a:xfrm>
            <a:off x="9914620" y="2515014"/>
            <a:ext cx="1105200" cy="11052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xmlns="" id="{71CAE0A3-2A25-4785-8E62-7CAA552DB48C}"/>
              </a:ext>
            </a:extLst>
          </p:cNvPr>
          <p:cNvSpPr/>
          <p:nvPr userDrawn="1"/>
        </p:nvSpPr>
        <p:spPr>
          <a:xfrm>
            <a:off x="1168442" y="2515014"/>
            <a:ext cx="1105200" cy="11052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D443BD-BD62-4F1B-A4A4-16F2886D3924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A617DA88-4765-4225-9C56-CD0FFD9D7673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1632332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xmlns="" id="{EE24F90E-9639-47BA-B2B5-44308E98E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9129" y="4083690"/>
            <a:ext cx="1728216" cy="133646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xmlns="" id="{80E9425A-8D87-4F85-AA5A-B875BC11159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859128" y="3734003"/>
            <a:ext cx="1728216" cy="375509"/>
          </a:xfrm>
        </p:spPr>
        <p:txBody>
          <a:bodyPr rtlCol="0" anchor="b" anchorCtr="0">
            <a:normAutofit/>
          </a:bodyPr>
          <a:lstStyle>
            <a:lvl1pPr marL="0" indent="0" algn="ctr">
              <a:buNone/>
              <a:defRPr lang="en-US" sz="19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</a:t>
            </a:r>
          </a:p>
        </p:txBody>
      </p: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xmlns="" id="{AAC62CEF-A7CC-4E5C-8E98-48ACBCE01C9F}"/>
              </a:ext>
            </a:extLst>
          </p:cNvPr>
          <p:cNvSpPr>
            <a:spLocks noGrp="1"/>
          </p:cNvSpPr>
          <p:nvPr>
            <p:ph type="body" sz="half" idx="42" hasCustomPrompt="1"/>
          </p:nvPr>
        </p:nvSpPr>
        <p:spPr>
          <a:xfrm>
            <a:off x="1167830" y="2849708"/>
            <a:ext cx="1106424" cy="314428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200" b="1" i="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연도</a:t>
            </a:r>
          </a:p>
        </p:txBody>
      </p:sp>
      <p:sp>
        <p:nvSpPr>
          <p:cNvPr id="19" name="텍스트 개체 틀 3">
            <a:extLst>
              <a:ext uri="{FF2B5EF4-FFF2-40B4-BE49-F238E27FC236}">
                <a16:creationId xmlns:a16="http://schemas.microsoft.com/office/drawing/2014/main" xmlns="" id="{809AFEDE-B5E4-4DBC-BBB4-A12825A2C863}"/>
              </a:ext>
            </a:extLst>
          </p:cNvPr>
          <p:cNvSpPr>
            <a:spLocks noGrp="1"/>
          </p:cNvSpPr>
          <p:nvPr>
            <p:ph type="body" sz="half" idx="43" hasCustomPrompt="1"/>
          </p:nvPr>
        </p:nvSpPr>
        <p:spPr>
          <a:xfrm>
            <a:off x="1167830" y="3117335"/>
            <a:ext cx="1106424" cy="314427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000" b="0" i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월</a:t>
            </a:r>
          </a:p>
        </p:txBody>
      </p:sp>
      <p:sp>
        <p:nvSpPr>
          <p:cNvPr id="23" name="텍스트 개체 틀 3">
            <a:extLst>
              <a:ext uri="{FF2B5EF4-FFF2-40B4-BE49-F238E27FC236}">
                <a16:creationId xmlns:a16="http://schemas.microsoft.com/office/drawing/2014/main" xmlns="" id="{C655C2FA-4FE8-4A41-80BA-4F216DED3B33}"/>
              </a:ext>
            </a:extLst>
          </p:cNvPr>
          <p:cNvSpPr>
            <a:spLocks noGrp="1"/>
          </p:cNvSpPr>
          <p:nvPr>
            <p:ph type="body" sz="half" idx="48" hasCustomPrompt="1"/>
          </p:nvPr>
        </p:nvSpPr>
        <p:spPr>
          <a:xfrm>
            <a:off x="9914008" y="2827850"/>
            <a:ext cx="1106424" cy="314428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200" b="1" i="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연도</a:t>
            </a:r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xmlns="" id="{EF847E62-5CE2-45BE-A885-8D6CB5A97161}"/>
              </a:ext>
            </a:extLst>
          </p:cNvPr>
          <p:cNvSpPr>
            <a:spLocks noGrp="1"/>
          </p:cNvSpPr>
          <p:nvPr>
            <p:ph type="body" sz="half" idx="49" hasCustomPrompt="1"/>
          </p:nvPr>
        </p:nvSpPr>
        <p:spPr>
          <a:xfrm>
            <a:off x="9914008" y="3095477"/>
            <a:ext cx="1106424" cy="314427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000" b="0" i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월</a:t>
            </a:r>
          </a:p>
        </p:txBody>
      </p: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xmlns="" id="{E9700CBF-AC90-4C6B-B28B-6070D7F4D171}"/>
              </a:ext>
            </a:extLst>
          </p:cNvPr>
          <p:cNvSpPr>
            <a:spLocks noGrp="1"/>
          </p:cNvSpPr>
          <p:nvPr>
            <p:ph type="body" sz="half" idx="50" hasCustomPrompt="1"/>
          </p:nvPr>
        </p:nvSpPr>
        <p:spPr>
          <a:xfrm>
            <a:off x="3354375" y="2849708"/>
            <a:ext cx="1106424" cy="314428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200" b="1" i="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연도</a:t>
            </a:r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xmlns="" id="{14A999B7-5760-4B03-8394-F38F76320714}"/>
              </a:ext>
            </a:extLst>
          </p:cNvPr>
          <p:cNvSpPr>
            <a:spLocks noGrp="1"/>
          </p:cNvSpPr>
          <p:nvPr>
            <p:ph type="body" sz="half" idx="51" hasCustomPrompt="1"/>
          </p:nvPr>
        </p:nvSpPr>
        <p:spPr>
          <a:xfrm>
            <a:off x="3354375" y="3117335"/>
            <a:ext cx="1106424" cy="314427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000" b="0" i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월</a:t>
            </a:r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xmlns="" id="{F0F3187D-7DB1-4719-9F22-A55C5CEB6E7B}"/>
              </a:ext>
            </a:extLst>
          </p:cNvPr>
          <p:cNvSpPr>
            <a:spLocks noGrp="1"/>
          </p:cNvSpPr>
          <p:nvPr>
            <p:ph type="body" sz="half" idx="52" hasCustomPrompt="1"/>
          </p:nvPr>
        </p:nvSpPr>
        <p:spPr>
          <a:xfrm>
            <a:off x="5540919" y="2849708"/>
            <a:ext cx="1106424" cy="314428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200" b="1" i="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연도</a:t>
            </a:r>
          </a:p>
        </p:txBody>
      </p:sp>
      <p:sp>
        <p:nvSpPr>
          <p:cNvPr id="30" name="텍스트 개체 틀 3">
            <a:extLst>
              <a:ext uri="{FF2B5EF4-FFF2-40B4-BE49-F238E27FC236}">
                <a16:creationId xmlns:a16="http://schemas.microsoft.com/office/drawing/2014/main" xmlns="" id="{FC11D98A-051A-491B-9B80-2EFB0B103E76}"/>
              </a:ext>
            </a:extLst>
          </p:cNvPr>
          <p:cNvSpPr>
            <a:spLocks noGrp="1"/>
          </p:cNvSpPr>
          <p:nvPr>
            <p:ph type="body" sz="half" idx="53" hasCustomPrompt="1"/>
          </p:nvPr>
        </p:nvSpPr>
        <p:spPr>
          <a:xfrm>
            <a:off x="5540919" y="3117335"/>
            <a:ext cx="1106424" cy="314427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000" b="0" i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월</a:t>
            </a:r>
          </a:p>
        </p:txBody>
      </p:sp>
      <p:sp>
        <p:nvSpPr>
          <p:cNvPr id="32" name="텍스트 개체 틀 3">
            <a:extLst>
              <a:ext uri="{FF2B5EF4-FFF2-40B4-BE49-F238E27FC236}">
                <a16:creationId xmlns:a16="http://schemas.microsoft.com/office/drawing/2014/main" xmlns="" id="{7F4211FC-A6F2-4AFA-9F30-FD13CEAAC5A0}"/>
              </a:ext>
            </a:extLst>
          </p:cNvPr>
          <p:cNvSpPr>
            <a:spLocks noGrp="1"/>
          </p:cNvSpPr>
          <p:nvPr>
            <p:ph type="body" sz="half" idx="54" hasCustomPrompt="1"/>
          </p:nvPr>
        </p:nvSpPr>
        <p:spPr>
          <a:xfrm>
            <a:off x="7727464" y="2849708"/>
            <a:ext cx="1106424" cy="314428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200" b="1" i="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연도</a:t>
            </a:r>
          </a:p>
        </p:txBody>
      </p:sp>
      <p:sp>
        <p:nvSpPr>
          <p:cNvPr id="33" name="텍스트 개체 틀 3">
            <a:extLst>
              <a:ext uri="{FF2B5EF4-FFF2-40B4-BE49-F238E27FC236}">
                <a16:creationId xmlns:a16="http://schemas.microsoft.com/office/drawing/2014/main" xmlns="" id="{D3931DEC-CD0C-4B70-8E1E-036122C0484A}"/>
              </a:ext>
            </a:extLst>
          </p:cNvPr>
          <p:cNvSpPr>
            <a:spLocks noGrp="1"/>
          </p:cNvSpPr>
          <p:nvPr>
            <p:ph type="body" sz="half" idx="55" hasCustomPrompt="1"/>
          </p:nvPr>
        </p:nvSpPr>
        <p:spPr>
          <a:xfrm>
            <a:off x="7727464" y="3117335"/>
            <a:ext cx="1106424" cy="314427"/>
          </a:xfrm>
        </p:spPr>
        <p:txBody>
          <a:bodyPr rtlCol="0">
            <a:noAutofit/>
          </a:bodyPr>
          <a:lstStyle>
            <a:lvl1pPr marL="0" indent="0" algn="ctr">
              <a:spcBef>
                <a:spcPts val="600"/>
              </a:spcBef>
              <a:buNone/>
              <a:defRPr lang="en-US" sz="2000" b="0" i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월</a:t>
            </a:r>
          </a:p>
        </p:txBody>
      </p:sp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xmlns="" id="{E45025BC-6529-4F89-87D6-1D94E2C72C6F}"/>
              </a:ext>
            </a:extLst>
          </p:cNvPr>
          <p:cNvSpPr>
            <a:spLocks noGrp="1"/>
          </p:cNvSpPr>
          <p:nvPr>
            <p:ph type="body" sz="half" idx="57"/>
          </p:nvPr>
        </p:nvSpPr>
        <p:spPr>
          <a:xfrm>
            <a:off x="9603105" y="4083690"/>
            <a:ext cx="1728216" cy="133646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5" name="텍스트 개체 틀 3">
            <a:extLst>
              <a:ext uri="{FF2B5EF4-FFF2-40B4-BE49-F238E27FC236}">
                <a16:creationId xmlns:a16="http://schemas.microsoft.com/office/drawing/2014/main" xmlns="" id="{3CD7F50C-7C74-42DA-AD3A-38EEA8993C5D}"/>
              </a:ext>
            </a:extLst>
          </p:cNvPr>
          <p:cNvSpPr>
            <a:spLocks noGrp="1"/>
          </p:cNvSpPr>
          <p:nvPr>
            <p:ph type="body" sz="half" idx="58" hasCustomPrompt="1"/>
          </p:nvPr>
        </p:nvSpPr>
        <p:spPr>
          <a:xfrm>
            <a:off x="9603104" y="3734003"/>
            <a:ext cx="1728216" cy="375509"/>
          </a:xfrm>
        </p:spPr>
        <p:txBody>
          <a:bodyPr rtlCol="0" anchor="b" anchorCtr="0">
            <a:normAutofit/>
          </a:bodyPr>
          <a:lstStyle>
            <a:lvl1pPr marL="0" indent="0" algn="ctr">
              <a:buNone/>
              <a:defRPr lang="en-US" sz="19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마스터 텍스트</a:t>
            </a:r>
          </a:p>
        </p:txBody>
      </p:sp>
      <p:sp>
        <p:nvSpPr>
          <p:cNvPr id="36" name="텍스트 개체 틀 3">
            <a:extLst>
              <a:ext uri="{FF2B5EF4-FFF2-40B4-BE49-F238E27FC236}">
                <a16:creationId xmlns:a16="http://schemas.microsoft.com/office/drawing/2014/main" xmlns="" id="{6B626BA0-3E25-4C19-9341-736B0E810156}"/>
              </a:ext>
            </a:extLst>
          </p:cNvPr>
          <p:cNvSpPr>
            <a:spLocks noGrp="1"/>
          </p:cNvSpPr>
          <p:nvPr>
            <p:ph type="body" sz="half" idx="59"/>
          </p:nvPr>
        </p:nvSpPr>
        <p:spPr>
          <a:xfrm>
            <a:off x="3045123" y="4083690"/>
            <a:ext cx="1728216" cy="133646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7" name="텍스트 개체 틀 3">
            <a:extLst>
              <a:ext uri="{FF2B5EF4-FFF2-40B4-BE49-F238E27FC236}">
                <a16:creationId xmlns:a16="http://schemas.microsoft.com/office/drawing/2014/main" xmlns="" id="{71D35746-C7C9-44AF-B36A-AD900B43E000}"/>
              </a:ext>
            </a:extLst>
          </p:cNvPr>
          <p:cNvSpPr>
            <a:spLocks noGrp="1"/>
          </p:cNvSpPr>
          <p:nvPr>
            <p:ph type="body" sz="half" idx="60" hasCustomPrompt="1"/>
          </p:nvPr>
        </p:nvSpPr>
        <p:spPr>
          <a:xfrm>
            <a:off x="3045122" y="3734003"/>
            <a:ext cx="1728216" cy="375509"/>
          </a:xfrm>
        </p:spPr>
        <p:txBody>
          <a:bodyPr rtlCol="0" anchor="b" anchorCtr="0">
            <a:normAutofit/>
          </a:bodyPr>
          <a:lstStyle>
            <a:lvl1pPr marL="0" indent="0" algn="ctr">
              <a:buNone/>
              <a:defRPr lang="en-US" sz="19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</a:t>
            </a:r>
          </a:p>
        </p:txBody>
      </p:sp>
      <p:sp>
        <p:nvSpPr>
          <p:cNvPr id="38" name="텍스트 개체 틀 3">
            <a:extLst>
              <a:ext uri="{FF2B5EF4-FFF2-40B4-BE49-F238E27FC236}">
                <a16:creationId xmlns:a16="http://schemas.microsoft.com/office/drawing/2014/main" xmlns="" id="{0DD122A5-3E85-448B-AEF4-916061D337DA}"/>
              </a:ext>
            </a:extLst>
          </p:cNvPr>
          <p:cNvSpPr>
            <a:spLocks noGrp="1"/>
          </p:cNvSpPr>
          <p:nvPr>
            <p:ph type="body" sz="half" idx="61"/>
          </p:nvPr>
        </p:nvSpPr>
        <p:spPr>
          <a:xfrm>
            <a:off x="5231117" y="4083690"/>
            <a:ext cx="1728216" cy="133646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9" name="텍스트 개체 틀 3">
            <a:extLst>
              <a:ext uri="{FF2B5EF4-FFF2-40B4-BE49-F238E27FC236}">
                <a16:creationId xmlns:a16="http://schemas.microsoft.com/office/drawing/2014/main" xmlns="" id="{458B3ABB-6123-475E-9158-8F0F7E5CB7EA}"/>
              </a:ext>
            </a:extLst>
          </p:cNvPr>
          <p:cNvSpPr>
            <a:spLocks noGrp="1"/>
          </p:cNvSpPr>
          <p:nvPr>
            <p:ph type="body" sz="half" idx="62" hasCustomPrompt="1"/>
          </p:nvPr>
        </p:nvSpPr>
        <p:spPr>
          <a:xfrm>
            <a:off x="5231116" y="3734003"/>
            <a:ext cx="1728216" cy="375509"/>
          </a:xfrm>
        </p:spPr>
        <p:txBody>
          <a:bodyPr rtlCol="0" anchor="b" anchorCtr="0">
            <a:normAutofit/>
          </a:bodyPr>
          <a:lstStyle>
            <a:lvl1pPr marL="0" indent="0" algn="ctr">
              <a:buNone/>
              <a:defRPr lang="en-US" sz="19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마스터 텍스트</a:t>
            </a:r>
          </a:p>
        </p:txBody>
      </p:sp>
      <p:sp>
        <p:nvSpPr>
          <p:cNvPr id="40" name="텍스트 개체 틀 3">
            <a:extLst>
              <a:ext uri="{FF2B5EF4-FFF2-40B4-BE49-F238E27FC236}">
                <a16:creationId xmlns:a16="http://schemas.microsoft.com/office/drawing/2014/main" xmlns="" id="{D3B00581-02A2-4EBF-BF5A-C945D4E1CF1F}"/>
              </a:ext>
            </a:extLst>
          </p:cNvPr>
          <p:cNvSpPr>
            <a:spLocks noGrp="1"/>
          </p:cNvSpPr>
          <p:nvPr>
            <p:ph type="body" sz="half" idx="63"/>
          </p:nvPr>
        </p:nvSpPr>
        <p:spPr>
          <a:xfrm>
            <a:off x="7417111" y="4083690"/>
            <a:ext cx="1728216" cy="133646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1" name="텍스트 개체 틀 3">
            <a:extLst>
              <a:ext uri="{FF2B5EF4-FFF2-40B4-BE49-F238E27FC236}">
                <a16:creationId xmlns:a16="http://schemas.microsoft.com/office/drawing/2014/main" xmlns="" id="{841B08C8-6479-4E23-9967-D1A97B48518A}"/>
              </a:ext>
            </a:extLst>
          </p:cNvPr>
          <p:cNvSpPr>
            <a:spLocks noGrp="1"/>
          </p:cNvSpPr>
          <p:nvPr>
            <p:ph type="body" sz="half" idx="64" hasCustomPrompt="1"/>
          </p:nvPr>
        </p:nvSpPr>
        <p:spPr>
          <a:xfrm>
            <a:off x="7417110" y="3734003"/>
            <a:ext cx="1728216" cy="375509"/>
          </a:xfrm>
        </p:spPr>
        <p:txBody>
          <a:bodyPr rtlCol="0" anchor="b" anchorCtr="0">
            <a:normAutofit/>
          </a:bodyPr>
          <a:lstStyle>
            <a:lvl1pPr marL="0" indent="0" algn="ctr">
              <a:buNone/>
              <a:defRPr lang="en-US" sz="19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/>
              <a:t>마스터 텍스트</a:t>
            </a:r>
          </a:p>
        </p:txBody>
      </p:sp>
    </p:spTree>
    <p:extLst>
      <p:ext uri="{BB962C8B-B14F-4D97-AF65-F5344CB8AC3E}">
        <p14:creationId xmlns:p14="http://schemas.microsoft.com/office/powerpoint/2010/main" xmlns="" val="626631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79FEDE1-14F2-46B9-85D8-8B68DB5F2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8360" y="1554169"/>
            <a:ext cx="8595281" cy="401244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buFont typeface="Arial" panose="020B0604020202020204" pitchFamily="34" charset="0"/>
              <a:buNone/>
              <a:defRPr sz="1600" i="0"/>
            </a:lvl1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/>
            </a:lvl1pPr>
          </a:lstStyle>
          <a:p>
            <a:pPr rtl="0"/>
            <a:r>
              <a:rPr lang="ko" dirty="0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F2D58B-883F-45DD-B01F-258BB384F2EB}" type="datetime4">
              <a:rPr lang="ko-KR" altLang="en-US" smtClean="0"/>
              <a:pPr rtl="0"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470E458-E7C2-4395-B75D-476A174CEE45}" type="slidenum">
              <a:rPr lang="ru-RU" smtClean="0"/>
              <a:pPr rtl="0"/>
              <a:t>‹#›</a:t>
            </a:fld>
            <a:endParaRPr lang="ru-RU"/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3562446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1CD7AB8-AE55-444F-B4DB-CC25C755400D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2" name="직사각형 11" descr="브러시 스트로크 지점">
            <a:extLst>
              <a:ext uri="{FF2B5EF4-FFF2-40B4-BE49-F238E27FC236}">
                <a16:creationId xmlns:a16="http://schemas.microsoft.com/office/drawing/2014/main" xmlns="" id="{A7FA5215-18C5-48EB-9287-FD0210082394}"/>
              </a:ext>
            </a:extLst>
          </p:cNvPr>
          <p:cNvSpPr/>
          <p:nvPr userDrawn="1"/>
        </p:nvSpPr>
        <p:spPr>
          <a:xfrm>
            <a:off x="1510891" y="1671437"/>
            <a:ext cx="2377440" cy="220370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xmlns="" id="{13B21B5D-078E-4818-93B7-C4BC44E0E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4149" y="4352907"/>
            <a:ext cx="3118104" cy="133646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xmlns="" id="{19C62EE8-62D4-42A2-ADFB-270054905059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505201" y="3734003"/>
            <a:ext cx="2376000" cy="375509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xmlns="" id="{86BD6FD2-1D30-49A6-830E-AA56A99FC1CE}"/>
              </a:ext>
            </a:extLst>
          </p:cNvPr>
          <p:cNvSpPr>
            <a:spLocks noGrp="1"/>
          </p:cNvSpPr>
          <p:nvPr>
            <p:ph type="body" sz="half" idx="43"/>
          </p:nvPr>
        </p:nvSpPr>
        <p:spPr>
          <a:xfrm>
            <a:off x="1505201" y="4116456"/>
            <a:ext cx="2376000" cy="208998"/>
          </a:xfrm>
        </p:spPr>
        <p:txBody>
          <a:bodyPr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9" name="직사각형 18" descr="브러시 스트로크 지점">
            <a:extLst>
              <a:ext uri="{FF2B5EF4-FFF2-40B4-BE49-F238E27FC236}">
                <a16:creationId xmlns:a16="http://schemas.microsoft.com/office/drawing/2014/main" xmlns="" id="{092F9F63-01FC-4172-8992-6FBF9B839FC8}"/>
              </a:ext>
            </a:extLst>
          </p:cNvPr>
          <p:cNvSpPr/>
          <p:nvPr userDrawn="1"/>
        </p:nvSpPr>
        <p:spPr>
          <a:xfrm>
            <a:off x="4892290" y="1675907"/>
            <a:ext cx="2377440" cy="220370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 descr="브러시 스트로크 지점">
            <a:extLst>
              <a:ext uri="{FF2B5EF4-FFF2-40B4-BE49-F238E27FC236}">
                <a16:creationId xmlns:a16="http://schemas.microsoft.com/office/drawing/2014/main" xmlns="" id="{F4C281DF-CD63-43AF-A8F3-B0C6542AE01E}"/>
              </a:ext>
            </a:extLst>
          </p:cNvPr>
          <p:cNvSpPr/>
          <p:nvPr userDrawn="1"/>
        </p:nvSpPr>
        <p:spPr>
          <a:xfrm>
            <a:off x="8365057" y="1675155"/>
            <a:ext cx="2377440" cy="220370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텍스트 개체 틀 3">
            <a:extLst>
              <a:ext uri="{FF2B5EF4-FFF2-40B4-BE49-F238E27FC236}">
                <a16:creationId xmlns:a16="http://schemas.microsoft.com/office/drawing/2014/main" xmlns="" id="{4B294B4F-3059-4977-8F9A-F67332F7B0A4}"/>
              </a:ext>
            </a:extLst>
          </p:cNvPr>
          <p:cNvSpPr>
            <a:spLocks noGrp="1"/>
          </p:cNvSpPr>
          <p:nvPr>
            <p:ph type="body" sz="half" idx="67"/>
          </p:nvPr>
        </p:nvSpPr>
        <p:spPr>
          <a:xfrm>
            <a:off x="4536948" y="4352907"/>
            <a:ext cx="3118104" cy="133646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xmlns="" id="{E6DB76A1-F16D-475C-9887-7EAE32A8C3A3}"/>
              </a:ext>
            </a:extLst>
          </p:cNvPr>
          <p:cNvSpPr>
            <a:spLocks noGrp="1"/>
          </p:cNvSpPr>
          <p:nvPr>
            <p:ph type="body" sz="half" idx="69"/>
          </p:nvPr>
        </p:nvSpPr>
        <p:spPr>
          <a:xfrm>
            <a:off x="4908000" y="4116456"/>
            <a:ext cx="2376000" cy="208998"/>
          </a:xfrm>
        </p:spPr>
        <p:txBody>
          <a:bodyPr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xmlns="" id="{C310658D-D557-47BB-BC8A-B915B830ED05}"/>
              </a:ext>
            </a:extLst>
          </p:cNvPr>
          <p:cNvSpPr>
            <a:spLocks noGrp="1"/>
          </p:cNvSpPr>
          <p:nvPr>
            <p:ph type="body" sz="half" idx="70"/>
          </p:nvPr>
        </p:nvSpPr>
        <p:spPr>
          <a:xfrm>
            <a:off x="7983668" y="4352907"/>
            <a:ext cx="3118104" cy="133646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xmlns="" id="{431AC128-54A5-4348-9354-2090E9446DD0}"/>
              </a:ext>
            </a:extLst>
          </p:cNvPr>
          <p:cNvSpPr>
            <a:spLocks noGrp="1"/>
          </p:cNvSpPr>
          <p:nvPr>
            <p:ph type="body" sz="half" idx="72"/>
          </p:nvPr>
        </p:nvSpPr>
        <p:spPr>
          <a:xfrm>
            <a:off x="8354720" y="4116456"/>
            <a:ext cx="2376000" cy="208998"/>
          </a:xfrm>
        </p:spPr>
        <p:txBody>
          <a:bodyPr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9" name="그림 개체 틀 7">
            <a:extLst>
              <a:ext uri="{FF2B5EF4-FFF2-40B4-BE49-F238E27FC236}">
                <a16:creationId xmlns:a16="http://schemas.microsoft.com/office/drawing/2014/main" xmlns="" id="{546207D6-A979-4C63-A9FA-514FA9733332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1960345" y="2023009"/>
            <a:ext cx="1461600" cy="1461600"/>
          </a:xfrm>
          <a:prstGeom prst="ellipse">
            <a:avLst/>
          </a:prstGeom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30" name="그림 개체 틀 7">
            <a:extLst>
              <a:ext uri="{FF2B5EF4-FFF2-40B4-BE49-F238E27FC236}">
                <a16:creationId xmlns:a16="http://schemas.microsoft.com/office/drawing/2014/main" xmlns="" id="{17B9003F-DE29-4AC3-A466-BEFDC52EA5D4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5379566" y="2023009"/>
            <a:ext cx="1461600" cy="1461600"/>
          </a:xfrm>
          <a:prstGeom prst="ellipse">
            <a:avLst/>
          </a:prstGeom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/>
          </a:p>
        </p:txBody>
      </p:sp>
      <p:sp>
        <p:nvSpPr>
          <p:cNvPr id="31" name="그림 개체 틀 7">
            <a:extLst>
              <a:ext uri="{FF2B5EF4-FFF2-40B4-BE49-F238E27FC236}">
                <a16:creationId xmlns:a16="http://schemas.microsoft.com/office/drawing/2014/main" xmlns="" id="{4BAD77A4-CEB0-4E6E-8ABE-363A50124165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828766" y="2023009"/>
            <a:ext cx="1461600" cy="1461600"/>
          </a:xfrm>
          <a:prstGeom prst="ellipse">
            <a:avLst/>
          </a:prstGeom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/>
          </a:p>
        </p:txBody>
      </p:sp>
      <p:sp>
        <p:nvSpPr>
          <p:cNvPr id="32" name="텍스트 개체 틀 3">
            <a:extLst>
              <a:ext uri="{FF2B5EF4-FFF2-40B4-BE49-F238E27FC236}">
                <a16:creationId xmlns:a16="http://schemas.microsoft.com/office/drawing/2014/main" xmlns="" id="{B4EF5BD4-323A-47A4-8705-96248C8A4AE9}"/>
              </a:ext>
            </a:extLst>
          </p:cNvPr>
          <p:cNvSpPr>
            <a:spLocks noGrp="1"/>
          </p:cNvSpPr>
          <p:nvPr>
            <p:ph type="body" sz="half" idx="68" hasCustomPrompt="1"/>
          </p:nvPr>
        </p:nvSpPr>
        <p:spPr>
          <a:xfrm>
            <a:off x="4908000" y="3734003"/>
            <a:ext cx="2376000" cy="375509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</a:t>
            </a:r>
          </a:p>
        </p:txBody>
      </p:sp>
      <p:sp>
        <p:nvSpPr>
          <p:cNvPr id="33" name="텍스트 개체 틀 3">
            <a:extLst>
              <a:ext uri="{FF2B5EF4-FFF2-40B4-BE49-F238E27FC236}">
                <a16:creationId xmlns:a16="http://schemas.microsoft.com/office/drawing/2014/main" xmlns="" id="{88881F5B-BE54-484E-82B8-4CB1E9F43AE4}"/>
              </a:ext>
            </a:extLst>
          </p:cNvPr>
          <p:cNvSpPr>
            <a:spLocks noGrp="1"/>
          </p:cNvSpPr>
          <p:nvPr>
            <p:ph type="body" sz="half" idx="71" hasCustomPrompt="1"/>
          </p:nvPr>
        </p:nvSpPr>
        <p:spPr>
          <a:xfrm>
            <a:off x="8354720" y="3734003"/>
            <a:ext cx="2376000" cy="375509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</a:t>
            </a:r>
          </a:p>
        </p:txBody>
      </p:sp>
    </p:spTree>
    <p:extLst>
      <p:ext uri="{BB962C8B-B14F-4D97-AF65-F5344CB8AC3E}">
        <p14:creationId xmlns:p14="http://schemas.microsoft.com/office/powerpoint/2010/main" xmlns="" val="39811870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큰 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D9E76A3-55EB-459A-ADBC-5289383B6279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A617DA88-4765-4225-9C56-CD0FFD9D7673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1632332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44" name="직사각형 43" descr="브러시 스트로크 지점">
            <a:extLst>
              <a:ext uri="{FF2B5EF4-FFF2-40B4-BE49-F238E27FC236}">
                <a16:creationId xmlns:a16="http://schemas.microsoft.com/office/drawing/2014/main" xmlns="" id="{45F71459-E761-4BAA-8296-9AF4852B6725}"/>
              </a:ext>
            </a:extLst>
          </p:cNvPr>
          <p:cNvSpPr/>
          <p:nvPr userDrawn="1"/>
        </p:nvSpPr>
        <p:spPr>
          <a:xfrm>
            <a:off x="782879" y="2237042"/>
            <a:ext cx="1600200" cy="149047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텍스트 개체 틀 3">
            <a:extLst>
              <a:ext uri="{FF2B5EF4-FFF2-40B4-BE49-F238E27FC236}">
                <a16:creationId xmlns:a16="http://schemas.microsoft.com/office/drawing/2014/main" xmlns="" id="{6AC768B6-7E69-4D83-802E-99B210F63E7C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2282288" y="2506566"/>
            <a:ext cx="1993392" cy="692969"/>
          </a:xfrm>
        </p:spPr>
        <p:txBody>
          <a:bodyPr rtlCol="0">
            <a:noAutofit/>
          </a:bodyPr>
          <a:lstStyle>
            <a:lvl1pPr marL="0" indent="0" algn="l">
              <a:lnSpc>
                <a:spcPct val="85000"/>
              </a:lnSpc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2" name="텍스트 개체 틀 3">
            <a:extLst>
              <a:ext uri="{FF2B5EF4-FFF2-40B4-BE49-F238E27FC236}">
                <a16:creationId xmlns:a16="http://schemas.microsoft.com/office/drawing/2014/main" xmlns="" id="{BF4CB0EB-2362-40AE-A515-F4CB60384DCF}"/>
              </a:ext>
            </a:extLst>
          </p:cNvPr>
          <p:cNvSpPr>
            <a:spLocks noGrp="1"/>
          </p:cNvSpPr>
          <p:nvPr>
            <p:ph type="body" sz="half" idx="66"/>
          </p:nvPr>
        </p:nvSpPr>
        <p:spPr>
          <a:xfrm>
            <a:off x="2282288" y="3164364"/>
            <a:ext cx="1993392" cy="561367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3" name="직사각형 52" descr="브러시 스트로크 지점">
            <a:extLst>
              <a:ext uri="{FF2B5EF4-FFF2-40B4-BE49-F238E27FC236}">
                <a16:creationId xmlns:a16="http://schemas.microsoft.com/office/drawing/2014/main" xmlns="" id="{649EA34C-A785-4041-A0AB-24331FD3E59F}"/>
              </a:ext>
            </a:extLst>
          </p:cNvPr>
          <p:cNvSpPr/>
          <p:nvPr userDrawn="1"/>
        </p:nvSpPr>
        <p:spPr>
          <a:xfrm>
            <a:off x="782879" y="3984186"/>
            <a:ext cx="1600200" cy="149047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텍스트 개체 틀 3">
            <a:extLst>
              <a:ext uri="{FF2B5EF4-FFF2-40B4-BE49-F238E27FC236}">
                <a16:creationId xmlns:a16="http://schemas.microsoft.com/office/drawing/2014/main" xmlns="" id="{C7883561-875A-4883-8EBA-695D8F428B34}"/>
              </a:ext>
            </a:extLst>
          </p:cNvPr>
          <p:cNvSpPr>
            <a:spLocks noGrp="1"/>
          </p:cNvSpPr>
          <p:nvPr>
            <p:ph type="body" sz="half" idx="67"/>
          </p:nvPr>
        </p:nvSpPr>
        <p:spPr>
          <a:xfrm>
            <a:off x="2282288" y="4253710"/>
            <a:ext cx="1993392" cy="692969"/>
          </a:xfrm>
        </p:spPr>
        <p:txBody>
          <a:bodyPr rtlCol="0">
            <a:noAutofit/>
          </a:bodyPr>
          <a:lstStyle>
            <a:lvl1pPr marL="0" indent="0" algn="l">
              <a:lnSpc>
                <a:spcPct val="85000"/>
              </a:lnSpc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6" name="텍스트 개체 틀 3">
            <a:extLst>
              <a:ext uri="{FF2B5EF4-FFF2-40B4-BE49-F238E27FC236}">
                <a16:creationId xmlns:a16="http://schemas.microsoft.com/office/drawing/2014/main" xmlns="" id="{012DB6B7-23AC-4EF4-B923-9AD4D38FE8F7}"/>
              </a:ext>
            </a:extLst>
          </p:cNvPr>
          <p:cNvSpPr>
            <a:spLocks noGrp="1"/>
          </p:cNvSpPr>
          <p:nvPr>
            <p:ph type="body" sz="half" idx="69"/>
          </p:nvPr>
        </p:nvSpPr>
        <p:spPr>
          <a:xfrm>
            <a:off x="2282288" y="4911508"/>
            <a:ext cx="1993392" cy="561367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7" name="직사각형 56" descr="브러시 스트로크 지점">
            <a:extLst>
              <a:ext uri="{FF2B5EF4-FFF2-40B4-BE49-F238E27FC236}">
                <a16:creationId xmlns:a16="http://schemas.microsoft.com/office/drawing/2014/main" xmlns="" id="{4C9A4FED-7338-4464-BD67-68B1B1F078A9}"/>
              </a:ext>
            </a:extLst>
          </p:cNvPr>
          <p:cNvSpPr/>
          <p:nvPr userDrawn="1"/>
        </p:nvSpPr>
        <p:spPr>
          <a:xfrm>
            <a:off x="4354565" y="2237042"/>
            <a:ext cx="1600200" cy="149047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텍스트 개체 틀 3">
            <a:extLst>
              <a:ext uri="{FF2B5EF4-FFF2-40B4-BE49-F238E27FC236}">
                <a16:creationId xmlns:a16="http://schemas.microsoft.com/office/drawing/2014/main" xmlns="" id="{FF72A063-C2D4-42E7-95AF-2DBF9DB9DC3C}"/>
              </a:ext>
            </a:extLst>
          </p:cNvPr>
          <p:cNvSpPr>
            <a:spLocks noGrp="1"/>
          </p:cNvSpPr>
          <p:nvPr>
            <p:ph type="body" sz="half" idx="70"/>
          </p:nvPr>
        </p:nvSpPr>
        <p:spPr>
          <a:xfrm>
            <a:off x="5853974" y="2506566"/>
            <a:ext cx="1993392" cy="692969"/>
          </a:xfrm>
        </p:spPr>
        <p:txBody>
          <a:bodyPr rtlCol="0">
            <a:noAutofit/>
          </a:bodyPr>
          <a:lstStyle>
            <a:lvl1pPr marL="0" indent="0" algn="l">
              <a:lnSpc>
                <a:spcPct val="85000"/>
              </a:lnSpc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0" name="텍스트 개체 틀 3">
            <a:extLst>
              <a:ext uri="{FF2B5EF4-FFF2-40B4-BE49-F238E27FC236}">
                <a16:creationId xmlns:a16="http://schemas.microsoft.com/office/drawing/2014/main" xmlns="" id="{DCA75C38-AA57-488A-93F2-F457032ACBBE}"/>
              </a:ext>
            </a:extLst>
          </p:cNvPr>
          <p:cNvSpPr>
            <a:spLocks noGrp="1"/>
          </p:cNvSpPr>
          <p:nvPr>
            <p:ph type="body" sz="half" idx="72"/>
          </p:nvPr>
        </p:nvSpPr>
        <p:spPr>
          <a:xfrm>
            <a:off x="5853974" y="3164364"/>
            <a:ext cx="1993392" cy="561367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1" name="직사각형 60" descr="브러시 스트로크 지점">
            <a:extLst>
              <a:ext uri="{FF2B5EF4-FFF2-40B4-BE49-F238E27FC236}">
                <a16:creationId xmlns:a16="http://schemas.microsoft.com/office/drawing/2014/main" xmlns="" id="{CBB617DF-59C7-4901-819F-9FEF8687F033}"/>
              </a:ext>
            </a:extLst>
          </p:cNvPr>
          <p:cNvSpPr/>
          <p:nvPr userDrawn="1"/>
        </p:nvSpPr>
        <p:spPr>
          <a:xfrm>
            <a:off x="4354565" y="3984186"/>
            <a:ext cx="1600200" cy="149047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텍스트 개체 틀 3">
            <a:extLst>
              <a:ext uri="{FF2B5EF4-FFF2-40B4-BE49-F238E27FC236}">
                <a16:creationId xmlns:a16="http://schemas.microsoft.com/office/drawing/2014/main" xmlns="" id="{FA1A5060-0709-436F-9B45-E81C52904172}"/>
              </a:ext>
            </a:extLst>
          </p:cNvPr>
          <p:cNvSpPr>
            <a:spLocks noGrp="1"/>
          </p:cNvSpPr>
          <p:nvPr>
            <p:ph type="body" sz="half" idx="73"/>
          </p:nvPr>
        </p:nvSpPr>
        <p:spPr>
          <a:xfrm>
            <a:off x="5853974" y="4253710"/>
            <a:ext cx="1993392" cy="692969"/>
          </a:xfrm>
        </p:spPr>
        <p:txBody>
          <a:bodyPr rtlCol="0">
            <a:noAutofit/>
          </a:bodyPr>
          <a:lstStyle>
            <a:lvl1pPr marL="0" indent="0" algn="l">
              <a:lnSpc>
                <a:spcPct val="85000"/>
              </a:lnSpc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4" name="텍스트 개체 틀 3">
            <a:extLst>
              <a:ext uri="{FF2B5EF4-FFF2-40B4-BE49-F238E27FC236}">
                <a16:creationId xmlns:a16="http://schemas.microsoft.com/office/drawing/2014/main" xmlns="" id="{D1E38D5A-8267-4462-A410-F99B81044F4C}"/>
              </a:ext>
            </a:extLst>
          </p:cNvPr>
          <p:cNvSpPr>
            <a:spLocks noGrp="1"/>
          </p:cNvSpPr>
          <p:nvPr>
            <p:ph type="body" sz="half" idx="75"/>
          </p:nvPr>
        </p:nvSpPr>
        <p:spPr>
          <a:xfrm>
            <a:off x="5853974" y="4911508"/>
            <a:ext cx="1993392" cy="561367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5" name="직사각형 64" descr="브러시 스트로크 지점">
            <a:extLst>
              <a:ext uri="{FF2B5EF4-FFF2-40B4-BE49-F238E27FC236}">
                <a16:creationId xmlns:a16="http://schemas.microsoft.com/office/drawing/2014/main" xmlns="" id="{D485ED5B-CAAF-4D50-B350-1FD874EBA4D7}"/>
              </a:ext>
            </a:extLst>
          </p:cNvPr>
          <p:cNvSpPr/>
          <p:nvPr userDrawn="1"/>
        </p:nvSpPr>
        <p:spPr>
          <a:xfrm>
            <a:off x="7946020" y="2237042"/>
            <a:ext cx="1600200" cy="149047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텍스트 개체 틀 3">
            <a:extLst>
              <a:ext uri="{FF2B5EF4-FFF2-40B4-BE49-F238E27FC236}">
                <a16:creationId xmlns:a16="http://schemas.microsoft.com/office/drawing/2014/main" xmlns="" id="{D6E28A9E-F913-4B5F-B3BC-410D8AA45F20}"/>
              </a:ext>
            </a:extLst>
          </p:cNvPr>
          <p:cNvSpPr>
            <a:spLocks noGrp="1"/>
          </p:cNvSpPr>
          <p:nvPr>
            <p:ph type="body" sz="half" idx="76"/>
          </p:nvPr>
        </p:nvSpPr>
        <p:spPr>
          <a:xfrm>
            <a:off x="9445429" y="2506566"/>
            <a:ext cx="1993392" cy="692969"/>
          </a:xfrm>
        </p:spPr>
        <p:txBody>
          <a:bodyPr rtlCol="0">
            <a:noAutofit/>
          </a:bodyPr>
          <a:lstStyle>
            <a:lvl1pPr marL="0" indent="0" algn="l">
              <a:lnSpc>
                <a:spcPct val="85000"/>
              </a:lnSpc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8" name="텍스트 개체 틀 3">
            <a:extLst>
              <a:ext uri="{FF2B5EF4-FFF2-40B4-BE49-F238E27FC236}">
                <a16:creationId xmlns:a16="http://schemas.microsoft.com/office/drawing/2014/main" xmlns="" id="{2B41B518-590B-4CF3-B4E8-70F9DDFB196E}"/>
              </a:ext>
            </a:extLst>
          </p:cNvPr>
          <p:cNvSpPr>
            <a:spLocks noGrp="1"/>
          </p:cNvSpPr>
          <p:nvPr>
            <p:ph type="body" sz="half" idx="78"/>
          </p:nvPr>
        </p:nvSpPr>
        <p:spPr>
          <a:xfrm>
            <a:off x="9445429" y="3164364"/>
            <a:ext cx="1993392" cy="561367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9" name="직사각형 68" descr="브러시 스트로크 지점">
            <a:extLst>
              <a:ext uri="{FF2B5EF4-FFF2-40B4-BE49-F238E27FC236}">
                <a16:creationId xmlns:a16="http://schemas.microsoft.com/office/drawing/2014/main" xmlns="" id="{C331D4D8-F16F-49D3-BDB7-1FB2BCE6EAEA}"/>
              </a:ext>
            </a:extLst>
          </p:cNvPr>
          <p:cNvSpPr/>
          <p:nvPr userDrawn="1"/>
        </p:nvSpPr>
        <p:spPr>
          <a:xfrm>
            <a:off x="7946020" y="3984186"/>
            <a:ext cx="1600200" cy="1490472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텍스트 개체 틀 3">
            <a:extLst>
              <a:ext uri="{FF2B5EF4-FFF2-40B4-BE49-F238E27FC236}">
                <a16:creationId xmlns:a16="http://schemas.microsoft.com/office/drawing/2014/main" xmlns="" id="{0D7912DE-7BEE-491D-83D9-ED9BFE8998E8}"/>
              </a:ext>
            </a:extLst>
          </p:cNvPr>
          <p:cNvSpPr>
            <a:spLocks noGrp="1"/>
          </p:cNvSpPr>
          <p:nvPr>
            <p:ph type="body" sz="half" idx="79"/>
          </p:nvPr>
        </p:nvSpPr>
        <p:spPr>
          <a:xfrm>
            <a:off x="9445429" y="4253710"/>
            <a:ext cx="1993392" cy="692969"/>
          </a:xfrm>
        </p:spPr>
        <p:txBody>
          <a:bodyPr rtlCol="0">
            <a:noAutofit/>
          </a:bodyPr>
          <a:lstStyle>
            <a:lvl1pPr marL="0" indent="0" algn="l">
              <a:lnSpc>
                <a:spcPct val="85000"/>
              </a:lnSpc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72" name="텍스트 개체 틀 3">
            <a:extLst>
              <a:ext uri="{FF2B5EF4-FFF2-40B4-BE49-F238E27FC236}">
                <a16:creationId xmlns:a16="http://schemas.microsoft.com/office/drawing/2014/main" xmlns="" id="{A588BDB2-BB85-458C-AF31-D90BEE530110}"/>
              </a:ext>
            </a:extLst>
          </p:cNvPr>
          <p:cNvSpPr>
            <a:spLocks noGrp="1"/>
          </p:cNvSpPr>
          <p:nvPr>
            <p:ph type="body" sz="half" idx="81"/>
          </p:nvPr>
        </p:nvSpPr>
        <p:spPr>
          <a:xfrm>
            <a:off x="9445429" y="4911508"/>
            <a:ext cx="1993392" cy="561367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0" kern="1200" dirty="0" smtClean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73" name="그림 개체 틀 3">
            <a:extLst>
              <a:ext uri="{FF2B5EF4-FFF2-40B4-BE49-F238E27FC236}">
                <a16:creationId xmlns:a16="http://schemas.microsoft.com/office/drawing/2014/main" xmlns="" id="{E9B1CB54-DBEA-47FB-AFCA-953A06370DEF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93109" y="2398030"/>
            <a:ext cx="1098000" cy="109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75" name="그림 개체 틀 3">
            <a:extLst>
              <a:ext uri="{FF2B5EF4-FFF2-40B4-BE49-F238E27FC236}">
                <a16:creationId xmlns:a16="http://schemas.microsoft.com/office/drawing/2014/main" xmlns="" id="{72C260FD-1E05-47E9-B248-27CAC5FC3B69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996007" y="4145174"/>
            <a:ext cx="1098000" cy="109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/>
          </a:p>
        </p:txBody>
      </p:sp>
      <p:sp>
        <p:nvSpPr>
          <p:cNvPr id="78" name="그림 개체 틀 3">
            <a:extLst>
              <a:ext uri="{FF2B5EF4-FFF2-40B4-BE49-F238E27FC236}">
                <a16:creationId xmlns:a16="http://schemas.microsoft.com/office/drawing/2014/main" xmlns="" id="{BDFC2481-D48B-4444-9ADC-73238E01E93A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182550" y="2403213"/>
            <a:ext cx="1098000" cy="109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79" name="그림 개체 틀 3">
            <a:extLst>
              <a:ext uri="{FF2B5EF4-FFF2-40B4-BE49-F238E27FC236}">
                <a16:creationId xmlns:a16="http://schemas.microsoft.com/office/drawing/2014/main" xmlns="" id="{659B6395-72AE-4725-9373-C44AC7C2962A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8185448" y="4150357"/>
            <a:ext cx="1098000" cy="109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/>
          </a:p>
        </p:txBody>
      </p:sp>
      <p:sp>
        <p:nvSpPr>
          <p:cNvPr id="80" name="그림 개체 틀 3">
            <a:extLst>
              <a:ext uri="{FF2B5EF4-FFF2-40B4-BE49-F238E27FC236}">
                <a16:creationId xmlns:a16="http://schemas.microsoft.com/office/drawing/2014/main" xmlns="" id="{41E8F088-085E-4881-BFA7-545F97699A75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4586273" y="2398030"/>
            <a:ext cx="1098000" cy="109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/>
          </a:p>
        </p:txBody>
      </p:sp>
      <p:sp>
        <p:nvSpPr>
          <p:cNvPr id="81" name="그림 개체 틀 3">
            <a:extLst>
              <a:ext uri="{FF2B5EF4-FFF2-40B4-BE49-F238E27FC236}">
                <a16:creationId xmlns:a16="http://schemas.microsoft.com/office/drawing/2014/main" xmlns="" id="{DD2AACCA-1BD1-4ECD-95C3-E9AB07D242E0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4589171" y="4145174"/>
            <a:ext cx="1098000" cy="109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171673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원형 차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E3D2C24-AAB2-4E37-AE32-A956AE5D4C97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A617DA88-4765-4225-9C56-CD0FFD9D7673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1632332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59" name="직사각형 58" descr="브러시 스트로크 지점">
            <a:extLst>
              <a:ext uri="{FF2B5EF4-FFF2-40B4-BE49-F238E27FC236}">
                <a16:creationId xmlns:a16="http://schemas.microsoft.com/office/drawing/2014/main" xmlns="" id="{29FB1599-AC79-4571-B03A-98277CE717CC}"/>
              </a:ext>
            </a:extLst>
          </p:cNvPr>
          <p:cNvSpPr/>
          <p:nvPr userDrawn="1"/>
        </p:nvSpPr>
        <p:spPr>
          <a:xfrm>
            <a:off x="3174492" y="2141776"/>
            <a:ext cx="5843016" cy="4242816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36" b="-4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텍스트 개체 틀 3">
            <a:extLst>
              <a:ext uri="{FF2B5EF4-FFF2-40B4-BE49-F238E27FC236}">
                <a16:creationId xmlns:a16="http://schemas.microsoft.com/office/drawing/2014/main" xmlns="" id="{AC056410-CC3A-4562-8AD4-DDA11527B7A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835712" y="2508631"/>
            <a:ext cx="2642616" cy="375509"/>
          </a:xfrm>
        </p:spPr>
        <p:txBody>
          <a:bodyPr rtlCol="0">
            <a:noAutofit/>
          </a:bodyPr>
          <a:lstStyle>
            <a:lvl1pPr marL="0" indent="0" algn="l" rtl="0">
              <a:lnSpc>
                <a:spcPct val="85000"/>
              </a:lnSpc>
              <a:buNone/>
              <a:defRPr lang="en-US" sz="24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altLang="en-US" dirty="0" smtClean="0"/>
              <a:t>₩</a:t>
            </a:r>
            <a:r>
              <a:rPr lang="ko" dirty="0" smtClean="0"/>
              <a:t>2,000,000</a:t>
            </a:r>
            <a:endParaRPr lang="ko" dirty="0"/>
          </a:p>
        </p:txBody>
      </p:sp>
      <p:sp>
        <p:nvSpPr>
          <p:cNvPr id="74" name="텍스트 개체 틀 3">
            <a:extLst>
              <a:ext uri="{FF2B5EF4-FFF2-40B4-BE49-F238E27FC236}">
                <a16:creationId xmlns:a16="http://schemas.microsoft.com/office/drawing/2014/main" xmlns="" id="{E9EF01CE-943D-4321-A20D-EB63E56E3212}"/>
              </a:ext>
            </a:extLst>
          </p:cNvPr>
          <p:cNvSpPr>
            <a:spLocks noGrp="1"/>
          </p:cNvSpPr>
          <p:nvPr>
            <p:ph type="body" sz="half" idx="66"/>
          </p:nvPr>
        </p:nvSpPr>
        <p:spPr>
          <a:xfrm>
            <a:off x="835712" y="2938041"/>
            <a:ext cx="2642616" cy="375509"/>
          </a:xfrm>
        </p:spPr>
        <p:txBody>
          <a:bodyPr rtlCol="0">
            <a:noAutofit/>
          </a:bodyPr>
          <a:lstStyle>
            <a:lvl1pPr marL="0" indent="0" algn="l">
              <a:buNone/>
              <a:defRPr lang="en-US" sz="1600" b="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76" name="텍스트 개체 틀 3">
            <a:extLst>
              <a:ext uri="{FF2B5EF4-FFF2-40B4-BE49-F238E27FC236}">
                <a16:creationId xmlns:a16="http://schemas.microsoft.com/office/drawing/2014/main" xmlns="" id="{B77364C8-3D3A-415B-9433-C4696B84A988}"/>
              </a:ext>
            </a:extLst>
          </p:cNvPr>
          <p:cNvSpPr>
            <a:spLocks noGrp="1"/>
          </p:cNvSpPr>
          <p:nvPr>
            <p:ph type="body" sz="half" idx="83" hasCustomPrompt="1"/>
          </p:nvPr>
        </p:nvSpPr>
        <p:spPr>
          <a:xfrm>
            <a:off x="835712" y="3640411"/>
            <a:ext cx="2642616" cy="375509"/>
          </a:xfrm>
        </p:spPr>
        <p:txBody>
          <a:bodyPr rtlCol="0">
            <a:noAutofit/>
          </a:bodyPr>
          <a:lstStyle>
            <a:lvl1pPr marL="0" indent="0" algn="l" rtl="0">
              <a:lnSpc>
                <a:spcPct val="85000"/>
              </a:lnSpc>
              <a:buNone/>
              <a:defRPr lang="en-US" sz="24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altLang="en-US" dirty="0" smtClean="0"/>
              <a:t>₩</a:t>
            </a:r>
            <a:r>
              <a:rPr lang="ko" dirty="0" smtClean="0"/>
              <a:t>2,000,000</a:t>
            </a:r>
            <a:endParaRPr lang="ko" dirty="0"/>
          </a:p>
        </p:txBody>
      </p:sp>
      <p:sp>
        <p:nvSpPr>
          <p:cNvPr id="77" name="텍스트 개체 틀 3">
            <a:extLst>
              <a:ext uri="{FF2B5EF4-FFF2-40B4-BE49-F238E27FC236}">
                <a16:creationId xmlns:a16="http://schemas.microsoft.com/office/drawing/2014/main" xmlns="" id="{19ABCF73-31BD-4929-9900-AB2F7023E665}"/>
              </a:ext>
            </a:extLst>
          </p:cNvPr>
          <p:cNvSpPr>
            <a:spLocks noGrp="1"/>
          </p:cNvSpPr>
          <p:nvPr>
            <p:ph type="body" sz="half" idx="86"/>
          </p:nvPr>
        </p:nvSpPr>
        <p:spPr>
          <a:xfrm>
            <a:off x="835712" y="4069821"/>
            <a:ext cx="2642616" cy="375509"/>
          </a:xfrm>
        </p:spPr>
        <p:txBody>
          <a:bodyPr rtlCol="0">
            <a:noAutofit/>
          </a:bodyPr>
          <a:lstStyle>
            <a:lvl1pPr marL="0" indent="0" algn="l">
              <a:buNone/>
              <a:defRPr lang="en-US" sz="1600" b="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2" name="텍스트 개체 틀 3">
            <a:extLst>
              <a:ext uri="{FF2B5EF4-FFF2-40B4-BE49-F238E27FC236}">
                <a16:creationId xmlns:a16="http://schemas.microsoft.com/office/drawing/2014/main" xmlns="" id="{CDE0C703-933F-44FB-9589-30DCA646D9B1}"/>
              </a:ext>
            </a:extLst>
          </p:cNvPr>
          <p:cNvSpPr>
            <a:spLocks noGrp="1"/>
          </p:cNvSpPr>
          <p:nvPr>
            <p:ph type="body" sz="half" idx="87" hasCustomPrompt="1"/>
          </p:nvPr>
        </p:nvSpPr>
        <p:spPr>
          <a:xfrm>
            <a:off x="8848114" y="2508631"/>
            <a:ext cx="2642616" cy="375509"/>
          </a:xfrm>
        </p:spPr>
        <p:txBody>
          <a:bodyPr rtlCol="0">
            <a:noAutofit/>
          </a:bodyPr>
          <a:lstStyle>
            <a:lvl1pPr marL="0" indent="0" algn="r" rtl="0">
              <a:lnSpc>
                <a:spcPct val="85000"/>
              </a:lnSpc>
              <a:buNone/>
              <a:defRPr lang="en-US" sz="24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altLang="en-US" dirty="0" smtClean="0"/>
              <a:t>₩</a:t>
            </a:r>
            <a:r>
              <a:rPr lang="ko" dirty="0" smtClean="0"/>
              <a:t>1,500,000</a:t>
            </a:r>
            <a:endParaRPr lang="ko" dirty="0"/>
          </a:p>
        </p:txBody>
      </p:sp>
      <p:sp>
        <p:nvSpPr>
          <p:cNvPr id="83" name="텍스트 개체 틀 3">
            <a:extLst>
              <a:ext uri="{FF2B5EF4-FFF2-40B4-BE49-F238E27FC236}">
                <a16:creationId xmlns:a16="http://schemas.microsoft.com/office/drawing/2014/main" xmlns="" id="{679401A1-F51D-455D-88BB-4C189CE1A1A5}"/>
              </a:ext>
            </a:extLst>
          </p:cNvPr>
          <p:cNvSpPr>
            <a:spLocks noGrp="1"/>
          </p:cNvSpPr>
          <p:nvPr>
            <p:ph type="body" sz="half" idx="88"/>
          </p:nvPr>
        </p:nvSpPr>
        <p:spPr>
          <a:xfrm>
            <a:off x="8848114" y="2938041"/>
            <a:ext cx="2642616" cy="37550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1600" b="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4" name="텍스트 개체 틀 3">
            <a:extLst>
              <a:ext uri="{FF2B5EF4-FFF2-40B4-BE49-F238E27FC236}">
                <a16:creationId xmlns:a16="http://schemas.microsoft.com/office/drawing/2014/main" xmlns="" id="{5B3DB4F9-0262-4485-A538-5A6C02DD46DC}"/>
              </a:ext>
            </a:extLst>
          </p:cNvPr>
          <p:cNvSpPr>
            <a:spLocks noGrp="1"/>
          </p:cNvSpPr>
          <p:nvPr>
            <p:ph type="body" sz="half" idx="89" hasCustomPrompt="1"/>
          </p:nvPr>
        </p:nvSpPr>
        <p:spPr>
          <a:xfrm>
            <a:off x="8848114" y="3640411"/>
            <a:ext cx="2642616" cy="375509"/>
          </a:xfrm>
        </p:spPr>
        <p:txBody>
          <a:bodyPr rtlCol="0">
            <a:noAutofit/>
          </a:bodyPr>
          <a:lstStyle>
            <a:lvl1pPr marL="0" indent="0" algn="r" rtl="0">
              <a:lnSpc>
                <a:spcPct val="85000"/>
              </a:lnSpc>
              <a:buNone/>
              <a:defRPr lang="en-US" sz="24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altLang="en-US" dirty="0" smtClean="0"/>
              <a:t>₩</a:t>
            </a:r>
            <a:r>
              <a:rPr lang="ko" dirty="0" smtClean="0"/>
              <a:t>2,500,000</a:t>
            </a:r>
            <a:endParaRPr lang="ko" dirty="0"/>
          </a:p>
        </p:txBody>
      </p:sp>
      <p:sp>
        <p:nvSpPr>
          <p:cNvPr id="85" name="텍스트 개체 틀 3">
            <a:extLst>
              <a:ext uri="{FF2B5EF4-FFF2-40B4-BE49-F238E27FC236}">
                <a16:creationId xmlns:a16="http://schemas.microsoft.com/office/drawing/2014/main" xmlns="" id="{AA1742CF-6B82-4A44-9413-7CC52CB9A9AE}"/>
              </a:ext>
            </a:extLst>
          </p:cNvPr>
          <p:cNvSpPr>
            <a:spLocks noGrp="1"/>
          </p:cNvSpPr>
          <p:nvPr>
            <p:ph type="body" sz="half" idx="90"/>
          </p:nvPr>
        </p:nvSpPr>
        <p:spPr>
          <a:xfrm>
            <a:off x="8848114" y="4069821"/>
            <a:ext cx="2642616" cy="37550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1600" b="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86" name="텍스트 개체 틀 3">
            <a:extLst>
              <a:ext uri="{FF2B5EF4-FFF2-40B4-BE49-F238E27FC236}">
                <a16:creationId xmlns:a16="http://schemas.microsoft.com/office/drawing/2014/main" xmlns="" id="{298DDAA6-2DD7-45D2-BE23-DF28D9F3FE81}"/>
              </a:ext>
            </a:extLst>
          </p:cNvPr>
          <p:cNvSpPr>
            <a:spLocks noGrp="1"/>
          </p:cNvSpPr>
          <p:nvPr>
            <p:ph type="body" sz="half" idx="91" hasCustomPrompt="1"/>
          </p:nvPr>
        </p:nvSpPr>
        <p:spPr>
          <a:xfrm>
            <a:off x="8848114" y="4772191"/>
            <a:ext cx="2642616" cy="375509"/>
          </a:xfrm>
        </p:spPr>
        <p:txBody>
          <a:bodyPr rtlCol="0">
            <a:noAutofit/>
          </a:bodyPr>
          <a:lstStyle>
            <a:lvl1pPr marL="0" indent="0" algn="r" rtl="0">
              <a:lnSpc>
                <a:spcPct val="85000"/>
              </a:lnSpc>
              <a:buNone/>
              <a:defRPr lang="en-US" sz="24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altLang="en-US" dirty="0" smtClean="0"/>
              <a:t>₩</a:t>
            </a:r>
            <a:r>
              <a:rPr lang="ko" dirty="0" smtClean="0"/>
              <a:t>3,200,000</a:t>
            </a:r>
            <a:endParaRPr lang="ko" dirty="0"/>
          </a:p>
        </p:txBody>
      </p:sp>
      <p:sp>
        <p:nvSpPr>
          <p:cNvPr id="87" name="텍스트 개체 틀 3">
            <a:extLst>
              <a:ext uri="{FF2B5EF4-FFF2-40B4-BE49-F238E27FC236}">
                <a16:creationId xmlns:a16="http://schemas.microsoft.com/office/drawing/2014/main" xmlns="" id="{0839545C-9AD8-44AD-8D2B-331D8B4030B6}"/>
              </a:ext>
            </a:extLst>
          </p:cNvPr>
          <p:cNvSpPr>
            <a:spLocks noGrp="1"/>
          </p:cNvSpPr>
          <p:nvPr>
            <p:ph type="body" sz="half" idx="92"/>
          </p:nvPr>
        </p:nvSpPr>
        <p:spPr>
          <a:xfrm>
            <a:off x="8848114" y="5201601"/>
            <a:ext cx="2642616" cy="37550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1600" b="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88" name="직선 연결선(S) 87">
            <a:extLst>
              <a:ext uri="{FF2B5EF4-FFF2-40B4-BE49-F238E27FC236}">
                <a16:creationId xmlns:a16="http://schemas.microsoft.com/office/drawing/2014/main" xmlns="" id="{41D6688E-B7D9-4DE1-9F3F-37C2A92C4E0F}"/>
              </a:ext>
            </a:extLst>
          </p:cNvPr>
          <p:cNvCxnSpPr/>
          <p:nvPr userDrawn="1"/>
        </p:nvCxnSpPr>
        <p:spPr>
          <a:xfrm>
            <a:off x="939117" y="2913559"/>
            <a:ext cx="40690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(S) 88">
            <a:extLst>
              <a:ext uri="{FF2B5EF4-FFF2-40B4-BE49-F238E27FC236}">
                <a16:creationId xmlns:a16="http://schemas.microsoft.com/office/drawing/2014/main" xmlns="" id="{F181279E-4A25-4C06-AC3E-DD484486E99E}"/>
              </a:ext>
            </a:extLst>
          </p:cNvPr>
          <p:cNvCxnSpPr/>
          <p:nvPr userDrawn="1"/>
        </p:nvCxnSpPr>
        <p:spPr>
          <a:xfrm>
            <a:off x="940025" y="4043588"/>
            <a:ext cx="40690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(S) 89">
            <a:extLst>
              <a:ext uri="{FF2B5EF4-FFF2-40B4-BE49-F238E27FC236}">
                <a16:creationId xmlns:a16="http://schemas.microsoft.com/office/drawing/2014/main" xmlns="" id="{B4474904-40E3-4615-B2E6-774159563047}"/>
              </a:ext>
            </a:extLst>
          </p:cNvPr>
          <p:cNvCxnSpPr/>
          <p:nvPr userDrawn="1"/>
        </p:nvCxnSpPr>
        <p:spPr>
          <a:xfrm>
            <a:off x="7314351" y="2913559"/>
            <a:ext cx="40690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(S) 90">
            <a:extLst>
              <a:ext uri="{FF2B5EF4-FFF2-40B4-BE49-F238E27FC236}">
                <a16:creationId xmlns:a16="http://schemas.microsoft.com/office/drawing/2014/main" xmlns="" id="{F07585DD-C644-4DA0-8B68-A0E1AD3EE09B}"/>
              </a:ext>
            </a:extLst>
          </p:cNvPr>
          <p:cNvCxnSpPr/>
          <p:nvPr userDrawn="1"/>
        </p:nvCxnSpPr>
        <p:spPr>
          <a:xfrm>
            <a:off x="7315259" y="4043588"/>
            <a:ext cx="40690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(S) 91">
            <a:extLst>
              <a:ext uri="{FF2B5EF4-FFF2-40B4-BE49-F238E27FC236}">
                <a16:creationId xmlns:a16="http://schemas.microsoft.com/office/drawing/2014/main" xmlns="" id="{D24FEA3C-C05C-407B-B68B-2614F9A64317}"/>
              </a:ext>
            </a:extLst>
          </p:cNvPr>
          <p:cNvCxnSpPr/>
          <p:nvPr userDrawn="1"/>
        </p:nvCxnSpPr>
        <p:spPr>
          <a:xfrm>
            <a:off x="7314351" y="5180251"/>
            <a:ext cx="40690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차트 개체 틀 3" descr="자금 조달 다이어그램">
            <a:extLst>
              <a:ext uri="{FF2B5EF4-FFF2-40B4-BE49-F238E27FC236}">
                <a16:creationId xmlns:a16="http://schemas.microsoft.com/office/drawing/2014/main" xmlns="" id="{F3103F9C-FB5A-4708-903D-6EACBC625172}"/>
              </a:ext>
            </a:extLst>
          </p:cNvPr>
          <p:cNvSpPr>
            <a:spLocks noGrp="1"/>
          </p:cNvSpPr>
          <p:nvPr>
            <p:ph type="chart" sz="quarter" idx="82"/>
          </p:nvPr>
        </p:nvSpPr>
        <p:spPr>
          <a:xfrm>
            <a:off x="3775713" y="2496385"/>
            <a:ext cx="4640574" cy="3481263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9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차트를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065523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 descr="테이블에 놓인 유리잔, 컵, 접시">
            <a:extLst>
              <a:ext uri="{FF2B5EF4-FFF2-40B4-BE49-F238E27FC236}">
                <a16:creationId xmlns:a16="http://schemas.microsoft.com/office/drawing/2014/main" xmlns="" id="{D05799BA-ECD2-4CD6-8250-EA03F132B9BA}"/>
              </a:ext>
            </a:extLst>
          </p:cNvPr>
          <p:cNvSpPr/>
          <p:nvPr userDrawn="1"/>
        </p:nvSpPr>
        <p:spPr>
          <a:xfrm>
            <a:off x="0" y="1133856"/>
            <a:ext cx="5998464" cy="4590288"/>
          </a:xfrm>
          <a:prstGeom prst="rect">
            <a:avLst/>
          </a:prstGeom>
          <a:blipFill>
            <a:blip r:embed="rId2"/>
            <a:srcRect/>
            <a:stretch>
              <a:fillRect l="-11" r="-1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ru-RU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 descr="브러시 스트로크 마스크">
            <a:extLst>
              <a:ext uri="{FF2B5EF4-FFF2-40B4-BE49-F238E27FC236}">
                <a16:creationId xmlns:a16="http://schemas.microsoft.com/office/drawing/2014/main" xmlns="" id="{E5FBC040-9C06-484E-B57F-7F574589FF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ru-RU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95F031D-510E-4663-BF87-CD265E4A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6631" y="1030515"/>
            <a:ext cx="5292000" cy="885315"/>
          </a:xfrm>
        </p:spPr>
        <p:txBody>
          <a:bodyPr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제목 편집</a:t>
            </a:r>
            <a:endParaRPr lang="ko-KR" altLang="ru-RU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CDB312-4D1B-447F-97E7-ABE93A3DE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361" y="2114730"/>
            <a:ext cx="5533990" cy="2997929"/>
          </a:xfrm>
        </p:spPr>
        <p:txBody>
          <a:bodyPr rtlCol="0">
            <a:normAutofit/>
          </a:bodyPr>
          <a:lstStyle>
            <a:lvl1pPr marL="230400" indent="-22860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buFont typeface="Arial" panose="020B0604020202020204" pitchFamily="34" charset="0"/>
              <a:buChar char="•"/>
              <a:defRPr sz="21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4700" indent="-342900">
              <a:lnSpc>
                <a:spcPct val="100000"/>
              </a:lnSpc>
              <a:spcBef>
                <a:spcPts val="600"/>
              </a:spcBef>
              <a:buClr>
                <a:srgbClr val="9D0000"/>
              </a:buClr>
              <a:buFont typeface="Arial" panose="020B0604020202020204" pitchFamily="34" charset="0"/>
              <a:buChar char="•"/>
              <a:defRPr sz="2100" i="1"/>
            </a:lvl2pPr>
            <a:lvl3pPr marL="230400">
              <a:lnSpc>
                <a:spcPct val="100000"/>
              </a:lnSpc>
              <a:spcBef>
                <a:spcPts val="600"/>
              </a:spcBef>
              <a:defRPr sz="2100" i="1"/>
            </a:lvl3pPr>
            <a:lvl4pPr marL="230400">
              <a:lnSpc>
                <a:spcPct val="100000"/>
              </a:lnSpc>
              <a:spcBef>
                <a:spcPts val="600"/>
              </a:spcBef>
              <a:defRPr sz="2100" i="1"/>
            </a:lvl4pPr>
            <a:lvl5pPr marL="230400">
              <a:lnSpc>
                <a:spcPct val="100000"/>
              </a:lnSpc>
              <a:spcBef>
                <a:spcPts val="600"/>
              </a:spcBef>
              <a:defRPr sz="2100" i="1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 smtClean="0"/>
              <a:t>마스터 텍스트 스타일을 편집합니다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12FBE19-D2C9-41FC-A797-CF4A863F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F0F4E3-5500-460C-AB20-C7CE0A3F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xmlns="" id="{1EDFCD21-B871-4944-9E6C-ABFDA63AC6FD}"/>
              </a:ext>
            </a:extLst>
          </p:cNvPr>
          <p:cNvSpPr/>
          <p:nvPr userDrawn="1"/>
        </p:nvSpPr>
        <p:spPr>
          <a:xfrm>
            <a:off x="11066240" y="5998544"/>
            <a:ext cx="320040" cy="320040"/>
          </a:xfrm>
          <a:prstGeom prst="ellipse">
            <a:avLst/>
          </a:prstGeom>
          <a:noFill/>
          <a:ln w="6350"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ru-RU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(S) 12">
            <a:extLst>
              <a:ext uri="{FF2B5EF4-FFF2-40B4-BE49-F238E27FC236}">
                <a16:creationId xmlns:a16="http://schemas.microsoft.com/office/drawing/2014/main" xmlns="" id="{039BD365-42F3-4F69-886B-478D54864737}"/>
              </a:ext>
            </a:extLst>
          </p:cNvPr>
          <p:cNvCxnSpPr/>
          <p:nvPr userDrawn="1"/>
        </p:nvCxnSpPr>
        <p:spPr>
          <a:xfrm>
            <a:off x="6337997" y="1979045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그림 개체 틀 2">
            <a:extLst>
              <a:ext uri="{FF2B5EF4-FFF2-40B4-BE49-F238E27FC236}">
                <a16:creationId xmlns:a16="http://schemas.microsoft.com/office/drawing/2014/main" xmlns="" id="{280FA08D-85FA-44C3-8767-041020BA473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ru-RU" noProof="0" dirty="0"/>
          </a:p>
        </p:txBody>
      </p:sp>
    </p:spTree>
    <p:extLst>
      <p:ext uri="{BB962C8B-B14F-4D97-AF65-F5344CB8AC3E}">
        <p14:creationId xmlns:p14="http://schemas.microsoft.com/office/powerpoint/2010/main" xmlns="" val="1869865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 descr="테이블에 놓인 유리잔">
            <a:extLst>
              <a:ext uri="{FF2B5EF4-FFF2-40B4-BE49-F238E27FC236}">
                <a16:creationId xmlns:a16="http://schemas.microsoft.com/office/drawing/2014/main" xmlns="" id="{26EA01E0-35F5-4371-9D8C-7F3A16EBAEDF}"/>
              </a:ext>
            </a:extLst>
          </p:cNvPr>
          <p:cNvSpPr/>
          <p:nvPr userDrawn="1"/>
        </p:nvSpPr>
        <p:spPr>
          <a:xfrm>
            <a:off x="0" y="758952"/>
            <a:ext cx="6190488" cy="6099048"/>
          </a:xfrm>
          <a:prstGeom prst="rect">
            <a:avLst/>
          </a:prstGeom>
          <a:blipFill>
            <a:blip r:embed="rId2"/>
            <a:srcRect/>
            <a:stretch>
              <a:fillRect l="-31" r="-3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ru-RU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 descr="브러시 스트로크 마스크">
            <a:extLst>
              <a:ext uri="{FF2B5EF4-FFF2-40B4-BE49-F238E27FC236}">
                <a16:creationId xmlns:a16="http://schemas.microsoft.com/office/drawing/2014/main" xmlns="" id="{F28DE59C-954D-4B4D-A240-A9111C89F6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ru-RU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12FBE19-D2C9-41FC-A797-CF4A863F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51740" y="286747"/>
            <a:ext cx="41148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7" name="감사 제목 레이아웃">
            <a:extLst>
              <a:ext uri="{FF2B5EF4-FFF2-40B4-BE49-F238E27FC236}">
                <a16:creationId xmlns:a16="http://schemas.microsoft.com/office/drawing/2014/main" xmlns="" id="{E329346F-CCD7-4FB0-98B2-13C3DB0AA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0540" y="884136"/>
            <a:ext cx="4896000" cy="894117"/>
          </a:xfrm>
        </p:spPr>
        <p:txBody>
          <a:bodyPr rtlCol="0">
            <a:noAutofit/>
          </a:bodyPr>
          <a:lstStyle>
            <a:lvl1pPr algn="r">
              <a:defRPr sz="55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감사합니다</a:t>
            </a:r>
            <a:r>
              <a:rPr lang="en-US" altLang="ko-KR" noProof="0" dirty="0"/>
              <a:t>!</a:t>
            </a:r>
            <a:endParaRPr lang="ko-KR" altLang="ru-RU" noProof="0" dirty="0"/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xmlns="" id="{05BAF915-A340-4955-812D-8F555BDB4102}"/>
              </a:ext>
            </a:extLst>
          </p:cNvPr>
          <p:cNvCxnSpPr/>
          <p:nvPr userDrawn="1"/>
        </p:nvCxnSpPr>
        <p:spPr>
          <a:xfrm>
            <a:off x="6565392" y="1729437"/>
            <a:ext cx="4718304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그림 개체 틀 14" descr="현재 로고">
            <a:extLst>
              <a:ext uri="{FF2B5EF4-FFF2-40B4-BE49-F238E27FC236}">
                <a16:creationId xmlns:a16="http://schemas.microsoft.com/office/drawing/2014/main" xmlns="" id="{DE1A1E87-77E1-4901-A7FE-5FFA9F5B4BBD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09655" y="2449546"/>
            <a:ext cx="1646237" cy="1149350"/>
          </a:xfrm>
          <a:noFill/>
        </p:spPr>
        <p:txBody>
          <a:bodyPr wrap="square" lIns="46800" rIns="4680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">
                <a:solidFill>
                  <a:srgbClr val="8D6347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그림을 추가하려면 아이콘을 클릭하십시오</a:t>
            </a:r>
            <a:endParaRPr lang="ko-KR" altLang="ru-RU" noProof="0" dirty="0"/>
          </a:p>
        </p:txBody>
      </p:sp>
      <p:sp>
        <p:nvSpPr>
          <p:cNvPr id="20" name="텍스트 개체 틀 10">
            <a:extLst>
              <a:ext uri="{FF2B5EF4-FFF2-40B4-BE49-F238E27FC236}">
                <a16:creationId xmlns:a16="http://schemas.microsoft.com/office/drawing/2014/main" xmlns="" id="{6A0BD12F-1E2D-481D-BBF0-A56B2BD0D5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0540" y="3781118"/>
            <a:ext cx="4896000" cy="664762"/>
          </a:xfrm>
        </p:spPr>
        <p:txBody>
          <a:bodyPr rtlCol="0">
            <a:noAutofit/>
          </a:bodyPr>
          <a:lstStyle>
            <a:lvl1pPr marL="0" indent="0" algn="r">
              <a:buNone/>
              <a:defRPr sz="4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noProof="0" dirty="0" smtClean="0"/>
              <a:t>발표자 이름</a:t>
            </a:r>
            <a:endParaRPr lang="ko-KR" altLang="en-US" noProof="0" dirty="0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xmlns="" id="{FAC44F14-FD8B-4299-8C06-FB93B88253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0540" y="4362699"/>
            <a:ext cx="4896000" cy="265403"/>
          </a:xfrm>
        </p:spPr>
        <p:txBody>
          <a:bodyPr rtlCol="0">
            <a:noAutofit/>
          </a:bodyPr>
          <a:lstStyle>
            <a:lvl1pPr marL="0" indent="0" algn="r">
              <a:buNone/>
              <a:defRPr sz="1800" b="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noProof="0" dirty="0" smtClean="0"/>
              <a:t>전자 메일</a:t>
            </a:r>
            <a:r>
              <a:rPr lang="en-US" altLang="ko-KR" noProof="0" dirty="0" smtClean="0"/>
              <a:t>:</a:t>
            </a:r>
            <a:endParaRPr lang="en-US" altLang="ko-KR" noProof="0" dirty="0"/>
          </a:p>
        </p:txBody>
      </p:sp>
      <p:sp>
        <p:nvSpPr>
          <p:cNvPr id="22" name="텍스트 개체 틀 10">
            <a:extLst>
              <a:ext uri="{FF2B5EF4-FFF2-40B4-BE49-F238E27FC236}">
                <a16:creationId xmlns:a16="http://schemas.microsoft.com/office/drawing/2014/main" xmlns="" id="{C3CE0E11-D8F9-40F9-B542-06B00FA4FC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0540" y="4628102"/>
            <a:ext cx="4896000" cy="373961"/>
          </a:xfrm>
        </p:spPr>
        <p:txBody>
          <a:bodyPr rtlCol="0">
            <a:noAutofit/>
          </a:bodyPr>
          <a:lstStyle>
            <a:lvl1pPr marL="0" indent="0" algn="r">
              <a:buNone/>
              <a:defRPr sz="2900" b="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US" altLang="ko-KR" noProof="0" dirty="0" smtClean="0"/>
              <a:t>speakeremail@website.com</a:t>
            </a:r>
            <a:endParaRPr lang="en-US" altLang="ko-KR" noProof="0" dirty="0"/>
          </a:p>
        </p:txBody>
      </p:sp>
      <p:sp>
        <p:nvSpPr>
          <p:cNvPr id="23" name="텍스트 개체 틀 10">
            <a:extLst>
              <a:ext uri="{FF2B5EF4-FFF2-40B4-BE49-F238E27FC236}">
                <a16:creationId xmlns:a16="http://schemas.microsoft.com/office/drawing/2014/main" xmlns="" id="{4D4FB496-FE3D-4CC5-83B0-B2793EFEF0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70540" y="5040876"/>
            <a:ext cx="4896000" cy="252891"/>
          </a:xfrm>
        </p:spPr>
        <p:txBody>
          <a:bodyPr rtlCol="0">
            <a:noAutofit/>
          </a:bodyPr>
          <a:lstStyle>
            <a:lvl1pPr marL="0" indent="0" algn="r">
              <a:buNone/>
              <a:defRPr sz="1800" b="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ko-KR" altLang="en-US" noProof="0" dirty="0" smtClean="0"/>
              <a:t>전화 번호</a:t>
            </a:r>
            <a:r>
              <a:rPr lang="en-US" altLang="ko-KR" noProof="0" dirty="0" smtClean="0"/>
              <a:t>:</a:t>
            </a:r>
            <a:endParaRPr lang="en-US" altLang="ko-KR" noProof="0" dirty="0"/>
          </a:p>
        </p:txBody>
      </p:sp>
      <p:sp>
        <p:nvSpPr>
          <p:cNvPr id="24" name="텍스트 개체 틀 10">
            <a:extLst>
              <a:ext uri="{FF2B5EF4-FFF2-40B4-BE49-F238E27FC236}">
                <a16:creationId xmlns:a16="http://schemas.microsoft.com/office/drawing/2014/main" xmlns="" id="{00F0D864-E0B5-4A45-A4DF-4334FDD7B1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0540" y="5293767"/>
            <a:ext cx="4896000" cy="566921"/>
          </a:xfrm>
        </p:spPr>
        <p:txBody>
          <a:bodyPr rtlCol="0">
            <a:noAutofit/>
          </a:bodyPr>
          <a:lstStyle>
            <a:lvl1pPr marL="0" indent="0" algn="r">
              <a:buNone/>
              <a:defRPr sz="2900" b="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US" altLang="ko-KR" noProof="0" dirty="0" smtClean="0"/>
              <a:t>+7 888 999-000-11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xmlns="" val="32616088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90A20B4-6B07-46D4-988D-DBEB544368D0}"/>
              </a:ext>
            </a:extLst>
          </p:cNvPr>
          <p:cNvSpPr/>
          <p:nvPr userDrawn="1"/>
        </p:nvSpPr>
        <p:spPr>
          <a:xfrm>
            <a:off x="0" y="0"/>
            <a:ext cx="12192000" cy="4169664"/>
          </a:xfrm>
          <a:prstGeom prst="rect">
            <a:avLst/>
          </a:prstGeom>
          <a:blipFill>
            <a:blip r:embed="rId2"/>
            <a:srcRect/>
            <a:stretch>
              <a:fillRect t="-27" b="-2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 descr="브러시 스트로크 마스크">
            <a:extLst>
              <a:ext uri="{FF2B5EF4-FFF2-40B4-BE49-F238E27FC236}">
                <a16:creationId xmlns:a16="http://schemas.microsoft.com/office/drawing/2014/main" xmlns="" id="{711F6639-CBD0-4C8A-8EF9-F2CC36C9E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22" r="-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6041A2D-ABDE-480C-AB32-045C191398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4326233"/>
            <a:ext cx="10515600" cy="809566"/>
          </a:xfrm>
        </p:spPr>
        <p:txBody>
          <a:bodyPr rtlCol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 dirty="0"/>
              <a:t>클릭하여 마스터 제목 스타일 편집</a:t>
            </a:r>
            <a:endParaRPr lang="ru-RU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AD2437AC-C786-43E7-929A-85563795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78E958A-A5C1-4155-A41E-582492B21E58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07720D3E-4D0E-4BDD-B620-8E9C6BCD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75F94F75-329A-4132-BE8F-030145C9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xmlns="" id="{B3648138-4C46-4CBA-BAE1-4631A0564817}"/>
              </a:ext>
            </a:extLst>
          </p:cNvPr>
          <p:cNvSpPr/>
          <p:nvPr userDrawn="1"/>
        </p:nvSpPr>
        <p:spPr>
          <a:xfrm>
            <a:off x="11066240" y="5998544"/>
            <a:ext cx="320040" cy="320040"/>
          </a:xfrm>
          <a:prstGeom prst="ellipse">
            <a:avLst/>
          </a:prstGeom>
          <a:noFill/>
          <a:ln w="6350"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xmlns="" id="{68E6C031-0B7B-4A1F-B78B-87ACBE781CBE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xmlns="" id="{823827E5-BBC8-407C-8683-18B54D1003FD}"/>
              </a:ext>
            </a:extLst>
          </p:cNvPr>
          <p:cNvCxnSpPr/>
          <p:nvPr userDrawn="1"/>
        </p:nvCxnSpPr>
        <p:spPr>
          <a:xfrm>
            <a:off x="3738000" y="5090155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379289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견적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6D9878-3ECE-4A9B-AC81-4A33789D2A97}" type="datetime4">
              <a:rPr lang="ko-KR" altLang="en-US" smtClean="0"/>
              <a:pPr/>
              <a:t>2021년 3월 24일</a:t>
            </a:fld>
            <a:endParaRPr lang="ru-RU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51740" y="286747"/>
            <a:ext cx="41148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24" name="직사각형 23" descr="브러시 스트로크 지점">
            <a:extLst>
              <a:ext uri="{FF2B5EF4-FFF2-40B4-BE49-F238E27FC236}">
                <a16:creationId xmlns:a16="http://schemas.microsoft.com/office/drawing/2014/main" xmlns="" id="{D96D18D3-B702-4651-BEF4-0E6B09A7D555}"/>
              </a:ext>
            </a:extLst>
          </p:cNvPr>
          <p:cNvSpPr/>
          <p:nvPr userDrawn="1"/>
        </p:nvSpPr>
        <p:spPr>
          <a:xfrm>
            <a:off x="548640" y="1733508"/>
            <a:ext cx="1874520" cy="174650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13" b="-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xmlns="" id="{652C9FD8-1460-4E64-B8BC-CA45BA7C4B66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8906157" y="2871468"/>
            <a:ext cx="2560383" cy="330454"/>
          </a:xfrm>
        </p:spPr>
        <p:txBody>
          <a:bodyPr rtlCol="0">
            <a:noAutofit/>
          </a:bodyPr>
          <a:lstStyle>
            <a:lvl1pPr marL="0" indent="0" algn="r">
              <a:lnSpc>
                <a:spcPct val="85000"/>
              </a:lnSpc>
              <a:buNone/>
              <a:defRPr lang="en-US" sz="15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6" name="텍스트 개체 틀 3">
            <a:extLst>
              <a:ext uri="{FF2B5EF4-FFF2-40B4-BE49-F238E27FC236}">
                <a16:creationId xmlns:a16="http://schemas.microsoft.com/office/drawing/2014/main" xmlns="" id="{2B2471E0-ECA3-4640-BFDE-00A4244C2547}"/>
              </a:ext>
            </a:extLst>
          </p:cNvPr>
          <p:cNvSpPr>
            <a:spLocks noGrp="1"/>
          </p:cNvSpPr>
          <p:nvPr>
            <p:ph type="body" sz="half" idx="66" hasCustomPrompt="1"/>
          </p:nvPr>
        </p:nvSpPr>
        <p:spPr>
          <a:xfrm>
            <a:off x="2395166" y="2025155"/>
            <a:ext cx="9071374" cy="877359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1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클릭하여 마스터 텍스트 스타일 편집</a:t>
            </a:r>
          </a:p>
        </p:txBody>
      </p:sp>
      <p:sp>
        <p:nvSpPr>
          <p:cNvPr id="37" name="텍스트 개체 틀 3">
            <a:extLst>
              <a:ext uri="{FF2B5EF4-FFF2-40B4-BE49-F238E27FC236}">
                <a16:creationId xmlns:a16="http://schemas.microsoft.com/office/drawing/2014/main" xmlns="" id="{8BACAAC9-DC1B-45F5-8B83-C468D78DB910}"/>
              </a:ext>
            </a:extLst>
          </p:cNvPr>
          <p:cNvSpPr>
            <a:spLocks noGrp="1"/>
          </p:cNvSpPr>
          <p:nvPr>
            <p:ph type="body" sz="half" idx="67"/>
          </p:nvPr>
        </p:nvSpPr>
        <p:spPr>
          <a:xfrm>
            <a:off x="8906157" y="3152107"/>
            <a:ext cx="2560383" cy="330454"/>
          </a:xfrm>
        </p:spPr>
        <p:txBody>
          <a:bodyPr rtlCol="0">
            <a:noAutofit/>
          </a:bodyPr>
          <a:lstStyle>
            <a:lvl1pPr marL="0" indent="0" algn="r">
              <a:lnSpc>
                <a:spcPct val="85000"/>
              </a:lnSpc>
              <a:buNone/>
              <a:defRPr lang="en-US" sz="1500" b="0" i="1" kern="12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38" name="직선 연결선(S) 37">
            <a:extLst>
              <a:ext uri="{FF2B5EF4-FFF2-40B4-BE49-F238E27FC236}">
                <a16:creationId xmlns:a16="http://schemas.microsoft.com/office/drawing/2014/main" xmlns="" id="{433BF02C-5128-4705-BDAA-A36BA2E50DFF}"/>
              </a:ext>
            </a:extLst>
          </p:cNvPr>
          <p:cNvCxnSpPr/>
          <p:nvPr userDrawn="1"/>
        </p:nvCxnSpPr>
        <p:spPr>
          <a:xfrm>
            <a:off x="5602224" y="3383046"/>
            <a:ext cx="987552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 descr="브러시 스트로크 지점">
            <a:extLst>
              <a:ext uri="{FF2B5EF4-FFF2-40B4-BE49-F238E27FC236}">
                <a16:creationId xmlns:a16="http://schemas.microsoft.com/office/drawing/2014/main" xmlns="" id="{5D721349-BDDA-47F4-BB33-DDAB2DD44F1B}"/>
              </a:ext>
            </a:extLst>
          </p:cNvPr>
          <p:cNvSpPr/>
          <p:nvPr userDrawn="1"/>
        </p:nvSpPr>
        <p:spPr>
          <a:xfrm>
            <a:off x="548640" y="3681508"/>
            <a:ext cx="1874520" cy="174650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t="-413" b="-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텍스트 개체 틀 3">
            <a:extLst>
              <a:ext uri="{FF2B5EF4-FFF2-40B4-BE49-F238E27FC236}">
                <a16:creationId xmlns:a16="http://schemas.microsoft.com/office/drawing/2014/main" xmlns="" id="{9BD9BC82-9664-4610-A1BC-90E5F4CC736E}"/>
              </a:ext>
            </a:extLst>
          </p:cNvPr>
          <p:cNvSpPr>
            <a:spLocks noGrp="1"/>
          </p:cNvSpPr>
          <p:nvPr>
            <p:ph type="body" sz="half" idx="68"/>
          </p:nvPr>
        </p:nvSpPr>
        <p:spPr>
          <a:xfrm>
            <a:off x="8906157" y="4819468"/>
            <a:ext cx="2560383" cy="330454"/>
          </a:xfrm>
        </p:spPr>
        <p:txBody>
          <a:bodyPr rtlCol="0">
            <a:noAutofit/>
          </a:bodyPr>
          <a:lstStyle>
            <a:lvl1pPr marL="0" indent="0" algn="r">
              <a:lnSpc>
                <a:spcPct val="85000"/>
              </a:lnSpc>
              <a:buNone/>
              <a:defRPr lang="en-US" sz="15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2" name="텍스트 개체 틀 3">
            <a:extLst>
              <a:ext uri="{FF2B5EF4-FFF2-40B4-BE49-F238E27FC236}">
                <a16:creationId xmlns:a16="http://schemas.microsoft.com/office/drawing/2014/main" xmlns="" id="{7879E591-AFC3-45A3-9875-660930C57AF4}"/>
              </a:ext>
            </a:extLst>
          </p:cNvPr>
          <p:cNvSpPr>
            <a:spLocks noGrp="1"/>
          </p:cNvSpPr>
          <p:nvPr>
            <p:ph type="body" sz="half" idx="70" hasCustomPrompt="1"/>
          </p:nvPr>
        </p:nvSpPr>
        <p:spPr>
          <a:xfrm>
            <a:off x="2395166" y="3973155"/>
            <a:ext cx="9071374" cy="877359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1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클릭하여 마스터 텍스트 스타일 편집</a:t>
            </a:r>
          </a:p>
        </p:txBody>
      </p:sp>
      <p:sp>
        <p:nvSpPr>
          <p:cNvPr id="43" name="텍스트 개체 틀 3">
            <a:extLst>
              <a:ext uri="{FF2B5EF4-FFF2-40B4-BE49-F238E27FC236}">
                <a16:creationId xmlns:a16="http://schemas.microsoft.com/office/drawing/2014/main" xmlns="" id="{274C99EA-E9EB-43A8-8807-6DD5323F881E}"/>
              </a:ext>
            </a:extLst>
          </p:cNvPr>
          <p:cNvSpPr>
            <a:spLocks noGrp="1"/>
          </p:cNvSpPr>
          <p:nvPr>
            <p:ph type="body" sz="half" idx="71"/>
          </p:nvPr>
        </p:nvSpPr>
        <p:spPr>
          <a:xfrm>
            <a:off x="8906157" y="5100107"/>
            <a:ext cx="2560383" cy="330454"/>
          </a:xfrm>
        </p:spPr>
        <p:txBody>
          <a:bodyPr rtlCol="0">
            <a:noAutofit/>
          </a:bodyPr>
          <a:lstStyle>
            <a:lvl1pPr marL="0" indent="0" algn="r">
              <a:lnSpc>
                <a:spcPct val="85000"/>
              </a:lnSpc>
              <a:buNone/>
              <a:defRPr lang="en-US" sz="1500" b="0" i="1" kern="1200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4" name="그림 개체 틀 7">
            <a:extLst>
              <a:ext uri="{FF2B5EF4-FFF2-40B4-BE49-F238E27FC236}">
                <a16:creationId xmlns:a16="http://schemas.microsoft.com/office/drawing/2014/main" xmlns="" id="{74E5C1DF-1CF3-431D-8289-3A269EFD1DFE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84204" y="2021109"/>
            <a:ext cx="1162800" cy="1162800"/>
          </a:xfrm>
          <a:prstGeom prst="ellipse">
            <a:avLst/>
          </a:prstGeom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46" name="그림 개체 틀 7">
            <a:extLst>
              <a:ext uri="{FF2B5EF4-FFF2-40B4-BE49-F238E27FC236}">
                <a16:creationId xmlns:a16="http://schemas.microsoft.com/office/drawing/2014/main" xmlns="" id="{62765A35-4E4D-481A-AD5D-F689CCD638E4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884204" y="3973503"/>
            <a:ext cx="1162800" cy="1162800"/>
          </a:xfrm>
          <a:prstGeom prst="ellipse">
            <a:avLst/>
          </a:prstGeom>
          <a:ln w="127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242974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텍스트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 dirty="0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CF462F0-FE23-43A5-9330-4B786DB5393A}" type="datetime4">
              <a:rPr lang="ko-KR" altLang="en-US" smtClean="0"/>
              <a:pPr/>
              <a:t>2021년 3월 24일</a:t>
            </a:fld>
            <a:endParaRPr lang="ru-RU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부제목 2">
            <a:extLst>
              <a:ext uri="{FF2B5EF4-FFF2-40B4-BE49-F238E27FC236}">
                <a16:creationId xmlns:a16="http://schemas.microsoft.com/office/drawing/2014/main" xmlns="" id="{A617DA88-4765-4225-9C56-CD0FFD9D7673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838200" y="1632332"/>
            <a:ext cx="10515600" cy="52631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400" i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smtClean="0"/>
              <a:t>마스터 부제목 스타일 편집</a:t>
            </a:r>
            <a:endParaRPr lang="ru-RU" dirty="0"/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xmlns="" id="{005754B0-9295-4959-B988-1280E463A93F}"/>
              </a:ext>
            </a:extLst>
          </p:cNvPr>
          <p:cNvSpPr>
            <a:spLocks noGrp="1"/>
          </p:cNvSpPr>
          <p:nvPr>
            <p:ph type="body" sz="half" idx="90"/>
          </p:nvPr>
        </p:nvSpPr>
        <p:spPr>
          <a:xfrm>
            <a:off x="838200" y="2521618"/>
            <a:ext cx="4891812" cy="2927341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600" b="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8" name="텍스트 개체 틀 12">
            <a:extLst>
              <a:ext uri="{FF2B5EF4-FFF2-40B4-BE49-F238E27FC236}">
                <a16:creationId xmlns:a16="http://schemas.microsoft.com/office/drawing/2014/main" xmlns="" id="{8D6DC9E5-924D-4DD3-A31B-2D243B49A0D4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6574728" y="2514760"/>
            <a:ext cx="4891812" cy="2934199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buClr>
                <a:srgbClr val="9D0000"/>
              </a:buClr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96000">
              <a:lnSpc>
                <a:spcPct val="100000"/>
              </a:lnSpc>
              <a:buClr>
                <a:srgbClr val="9D0000"/>
              </a:buClr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61600">
              <a:lnSpc>
                <a:spcPct val="100000"/>
              </a:lnSpc>
              <a:buClr>
                <a:srgbClr val="9D0000"/>
              </a:buClr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727200">
              <a:lnSpc>
                <a:spcPct val="100000"/>
              </a:lnSpc>
              <a:buClr>
                <a:srgbClr val="9D0000"/>
              </a:buClr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892800">
              <a:lnSpc>
                <a:spcPct val="100000"/>
              </a:lnSpc>
              <a:buClr>
                <a:srgbClr val="9D0000"/>
              </a:buClr>
              <a:defRPr sz="16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  <a:p>
            <a:pPr lvl="1" rtl="0"/>
            <a:r>
              <a:rPr lang="ko-KR" altLang="en-US" smtClean="0"/>
              <a:t>둘째 수준</a:t>
            </a:r>
          </a:p>
          <a:p>
            <a:pPr lvl="2" rtl="0"/>
            <a:r>
              <a:rPr lang="ko-KR" altLang="en-US" smtClean="0"/>
              <a:t>셋째 수준</a:t>
            </a:r>
          </a:p>
          <a:p>
            <a:pPr lvl="3" rtl="0"/>
            <a:r>
              <a:rPr lang="ko-KR" altLang="en-US" smtClean="0"/>
              <a:t>넷째 수준</a:t>
            </a:r>
          </a:p>
          <a:p>
            <a:pPr lvl="4" rtl="0"/>
            <a:r>
              <a:rPr lang="ko-KR" altLang="en-US" smtClean="0"/>
              <a:t>다섯째 수준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69066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화 번호 서식 파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 descr="브러시 스트로크 지점">
            <a:extLst>
              <a:ext uri="{FF2B5EF4-FFF2-40B4-BE49-F238E27FC236}">
                <a16:creationId xmlns:a16="http://schemas.microsoft.com/office/drawing/2014/main" xmlns="" id="{D91B44A9-F70B-48B6-8E13-182147782AE2}"/>
              </a:ext>
            </a:extLst>
          </p:cNvPr>
          <p:cNvSpPr/>
          <p:nvPr userDrawn="1"/>
        </p:nvSpPr>
        <p:spPr>
          <a:xfrm>
            <a:off x="2534412" y="1091422"/>
            <a:ext cx="7123176" cy="5175504"/>
          </a:xfrm>
          <a:prstGeom prst="rect">
            <a:avLst/>
          </a:prstGeom>
          <a:blipFill dpi="0" rotWithShape="1"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 l="-1258" r="-125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ko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xmlns="" id="{C671094F-F73C-475D-9540-55DD444F1FF9}"/>
              </a:ext>
            </a:extLst>
          </p:cNvPr>
          <p:cNvSpPr/>
          <p:nvPr userDrawn="1"/>
        </p:nvSpPr>
        <p:spPr>
          <a:xfrm>
            <a:off x="888224" y="1939633"/>
            <a:ext cx="622800" cy="6228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xmlns="" id="{C7038C80-39FC-46F2-9E65-573C76CC235F}"/>
              </a:ext>
            </a:extLst>
          </p:cNvPr>
          <p:cNvSpPr/>
          <p:nvPr userDrawn="1"/>
        </p:nvSpPr>
        <p:spPr>
          <a:xfrm>
            <a:off x="9110839" y="1939633"/>
            <a:ext cx="622800" cy="622800"/>
          </a:xfrm>
          <a:prstGeom prst="ellipse">
            <a:avLst/>
          </a:prstGeom>
          <a:solidFill>
            <a:srgbClr val="FFF6E7"/>
          </a:solidFill>
          <a:ln>
            <a:solidFill>
              <a:srgbClr val="8D6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17C2F7-CB66-4CB8-B26F-7B3C64D575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6" y="757392"/>
            <a:ext cx="10515600" cy="704696"/>
          </a:xfrm>
        </p:spPr>
        <p:txBody>
          <a:bodyPr rtlCol="0" anchor="b" anchorCtr="0"/>
          <a:lstStyle>
            <a:lvl1pPr algn="ctr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" dirty="0"/>
              <a:t>클릭하여 마스터 제목 스타일 편집</a:t>
            </a:r>
            <a:endParaRPr lang="ru-RU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784BEA-5E31-4B76-8435-68BD500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A740CBA-528D-40DC-BA1B-07E61979D903}" type="datetime4">
              <a:rPr lang="ko-KR" altLang="en-US" smtClean="0"/>
              <a:pPr/>
              <a:t>2021년 3월 24일</a:t>
            </a:fld>
            <a:endParaRPr lang="ru-RU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419BEDD-A744-40CE-9FA6-391AD6F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ru-RU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093815F-F490-4307-9E87-AAF436C7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xmlns="" id="{D39C86C5-91F0-4083-8CE5-1B547E5FEA06}"/>
              </a:ext>
            </a:extLst>
          </p:cNvPr>
          <p:cNvCxnSpPr/>
          <p:nvPr userDrawn="1"/>
        </p:nvCxnSpPr>
        <p:spPr>
          <a:xfrm>
            <a:off x="3738000" y="1554169"/>
            <a:ext cx="4716000" cy="0"/>
          </a:xfrm>
          <a:prstGeom prst="line">
            <a:avLst/>
          </a:prstGeom>
          <a:ln w="127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그림 개체 틀 2">
            <a:extLst>
              <a:ext uri="{FF2B5EF4-FFF2-40B4-BE49-F238E27FC236}">
                <a16:creationId xmlns:a16="http://schemas.microsoft.com/office/drawing/2014/main" xmlns="" id="{F2ACB6B7-AA9C-4400-AE52-4698E1110F2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43519" y="5736021"/>
            <a:ext cx="824400" cy="571500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714F18D6-EBB2-42FB-8DEA-EDE2DEF458D2}"/>
              </a:ext>
            </a:extLst>
          </p:cNvPr>
          <p:cNvSpPr/>
          <p:nvPr userDrawn="1"/>
        </p:nvSpPr>
        <p:spPr>
          <a:xfrm>
            <a:off x="5732019" y="2618478"/>
            <a:ext cx="2734056" cy="2286000"/>
          </a:xfrm>
          <a:prstGeom prst="rect">
            <a:avLst/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rcRect/>
            <a:stretch>
              <a:fillRect t="-67" b="-6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그림 개체 틀 11" descr="테이블에 놓인 피자">
            <a:extLst>
              <a:ext uri="{FF2B5EF4-FFF2-40B4-BE49-F238E27FC236}">
                <a16:creationId xmlns:a16="http://schemas.microsoft.com/office/drawing/2014/main" xmlns="" id="{3A2CE4F0-232A-4D5A-93A7-CC26326CA64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758143" y="2760210"/>
            <a:ext cx="2514600" cy="2002536"/>
          </a:xfrm>
          <a:noFill/>
          <a:ln w="25400">
            <a:solidFill>
              <a:srgbClr val="8D6347"/>
            </a:solidFill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B2B02871-8276-43E0-9F6F-1BE83CC24FF3}"/>
              </a:ext>
            </a:extLst>
          </p:cNvPr>
          <p:cNvSpPr/>
          <p:nvPr userDrawn="1"/>
        </p:nvSpPr>
        <p:spPr>
          <a:xfrm>
            <a:off x="3501332" y="1932678"/>
            <a:ext cx="2286000" cy="3657600"/>
          </a:xfrm>
          <a:prstGeom prst="rect">
            <a:avLst/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/>
            <a:stretch>
              <a:fillRect t="-67" b="-6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그림 개체 틀 14">
            <a:extLst>
              <a:ext uri="{FF2B5EF4-FFF2-40B4-BE49-F238E27FC236}">
                <a16:creationId xmlns:a16="http://schemas.microsoft.com/office/drawing/2014/main" xmlns="" id="{957C18BD-F894-4B44-871C-9F7D25ED9D5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59694" y="2126913"/>
            <a:ext cx="1958400" cy="3096000"/>
          </a:xfrm>
          <a:noFill/>
          <a:ln w="25400">
            <a:solidFill>
              <a:srgbClr val="8D6347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xmlns="" id="{8AE96935-E804-4C56-A9CB-9A944335B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400" y="3048217"/>
            <a:ext cx="2385242" cy="1712618"/>
          </a:xfrm>
        </p:spPr>
        <p:txBody>
          <a:bodyPr t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xmlns="" id="{B2001541-780F-4D96-9204-D61C68A52F75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770400" y="2703461"/>
            <a:ext cx="2385242" cy="375509"/>
          </a:xfrm>
        </p:spPr>
        <p:txBody>
          <a:bodyPr rtlCol="0" anchor="ctr" anchorCtr="0">
            <a:noAutofit/>
          </a:bodyPr>
          <a:lstStyle>
            <a:lvl1pPr marL="0" indent="0"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 스타일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xmlns="" id="{DC1D0DF0-7807-4F44-BC2B-B9700C962CC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083451" y="3048217"/>
            <a:ext cx="2451052" cy="1712618"/>
          </a:xfrm>
        </p:spPr>
        <p:txBody>
          <a:bodyPr t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i="0" kern="1200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xmlns="" id="{F7D8D8DB-F27B-4D75-83DB-E682CA45BDA4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9083450" y="2703461"/>
            <a:ext cx="2451053" cy="375509"/>
          </a:xfrm>
        </p:spPr>
        <p:txBody>
          <a:bodyPr rtlCol="0" anchor="ctr" anchorCtr="0">
            <a:normAutofit/>
          </a:bodyPr>
          <a:lstStyle>
            <a:lvl1pPr marL="0" indent="0">
              <a:buNone/>
              <a:defRPr lang="en-US" sz="17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 스타일</a:t>
            </a:r>
          </a:p>
        </p:txBody>
      </p:sp>
      <p:sp>
        <p:nvSpPr>
          <p:cNvPr id="33" name="그림 개체 틀 7">
            <a:extLst>
              <a:ext uri="{FF2B5EF4-FFF2-40B4-BE49-F238E27FC236}">
                <a16:creationId xmlns:a16="http://schemas.microsoft.com/office/drawing/2014/main" xmlns="" id="{C36D084F-9099-4412-AB38-BEE332147833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947624" y="1999033"/>
            <a:ext cx="504000" cy="504000"/>
          </a:xfrm>
          <a:prstGeom prst="ellipse">
            <a:avLst/>
          </a:prstGeom>
          <a:noFill/>
          <a:ln w="12700">
            <a:noFill/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/>
          </a:p>
        </p:txBody>
      </p:sp>
      <p:sp>
        <p:nvSpPr>
          <p:cNvPr id="34" name="그림 개체 틀 7">
            <a:extLst>
              <a:ext uri="{FF2B5EF4-FFF2-40B4-BE49-F238E27FC236}">
                <a16:creationId xmlns:a16="http://schemas.microsoft.com/office/drawing/2014/main" xmlns="" id="{5A529E1A-870B-49B1-A061-C26BF495213C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9170239" y="1999033"/>
            <a:ext cx="504000" cy="504000"/>
          </a:xfrm>
          <a:prstGeom prst="ellipse">
            <a:avLst/>
          </a:prstGeom>
          <a:ln w="12700">
            <a:noFill/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smtClean="0"/>
              <a:t>그림을 추가하려면 아이콘을 클릭하십시오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7733868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33A261C6-E42E-4F1C-8216-77A358DB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2DD1E-6AF4-44DD-BE8D-C24A1B040098}" type="datetime4">
              <a:rPr lang="ko-KR" altLang="en-US" smtClean="0"/>
              <a:pPr rtl="0"/>
              <a:t>2021년 3월 24일</a:t>
            </a:fld>
            <a:endParaRPr lang="ru-RU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5B901FE4-4890-4330-96D0-D3F6E966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498604B-E739-4608-A505-18C0674A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470E458-E7C2-4395-B75D-476A174CEE45}" type="slidenum">
              <a:rPr lang="ru-RU" smtClean="0"/>
              <a:pPr rt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7952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5AEE8E21-DA8C-48C2-84A8-3E52CDB5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6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  <a:endParaRPr lang="ko-KR" altLang="ru-RU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AC391D3-C433-4A10-BCCB-AC8D64640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  <a:endParaRPr lang="ko-KR" altLang="ru-RU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21464C9-3D68-47CD-9063-9947FA396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2867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FCA9377-B7D0-407F-9680-8B435D718977}" type="datetime4">
              <a:rPr lang="ko-KR" altLang="en-US" smtClean="0"/>
              <a:pPr/>
              <a:t>2021년 3월 24일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C0211C0-B516-4F22-84A2-69B5EEFB4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51740" y="28674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935D5E2-D6AF-47D7-B943-C9FAB666B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2882" y="5976001"/>
            <a:ext cx="3667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70E458-E7C2-4395-B75D-476A174CEE45}" type="slidenum">
              <a:rPr lang="ru-RU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xmlns="" id="{AA0AC1CF-7888-4B0B-B751-F9C83F4B7C06}"/>
              </a:ext>
            </a:extLst>
          </p:cNvPr>
          <p:cNvSpPr/>
          <p:nvPr/>
        </p:nvSpPr>
        <p:spPr>
          <a:xfrm>
            <a:off x="11066240" y="5998544"/>
            <a:ext cx="320040" cy="32004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ru-RU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407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7" r:id="rId5"/>
    <p:sldLayoutId id="2147483658" r:id="rId6"/>
    <p:sldLayoutId id="2147483659" r:id="rId7"/>
    <p:sldLayoutId id="2147483654" r:id="rId8"/>
    <p:sldLayoutId id="2147483652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6" r:id="rId25"/>
    <p:sldLayoutId id="2147483675" r:id="rId26"/>
    <p:sldLayoutId id="2147483655" r:id="rId2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414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orient="horz" pos="3974" userDrawn="1">
          <p15:clr>
            <a:srgbClr val="F26B43"/>
          </p15:clr>
        </p15:guide>
        <p15:guide id="4" pos="5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.kr/data/15043316/openapi.do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data.go.kr/data/15043313/openapi.do" TargetMode="External"/><Relationship Id="rId5" Type="http://schemas.openxmlformats.org/officeDocument/2006/relationships/hyperlink" Target="https://www.data.go.kr/data/15043314/openapi.do" TargetMode="External"/><Relationship Id="rId4" Type="http://schemas.openxmlformats.org/officeDocument/2006/relationships/hyperlink" Target="https://www.data.go.kr/data/15043315/openapi.do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C771BA1-104B-437A-BD2C-C1120088E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924" y="3482148"/>
            <a:ext cx="6238970" cy="1967770"/>
          </a:xfrm>
        </p:spPr>
        <p:txBody>
          <a:bodyPr rtlCol="0">
            <a:normAutofit/>
          </a:bodyPr>
          <a:lstStyle/>
          <a:p>
            <a:pPr fontAlgn="base"/>
            <a:r>
              <a:rPr lang="ko-KR" altLang="en-US" sz="2800" dirty="0" smtClean="0"/>
              <a:t>급식 </a:t>
            </a:r>
            <a:r>
              <a:rPr lang="ko-KR" altLang="en-US" sz="2800" dirty="0" err="1" smtClean="0"/>
              <a:t>식자재</a:t>
            </a:r>
            <a:r>
              <a:rPr lang="ko-KR" altLang="en-US" sz="2800" dirty="0" smtClean="0"/>
              <a:t> 구</a:t>
            </a:r>
            <a:r>
              <a:rPr lang="ko-KR" altLang="en-US" sz="2800" dirty="0" smtClean="0"/>
              <a:t>입</a:t>
            </a:r>
            <a:r>
              <a:rPr lang="ko-KR" altLang="en-US" sz="2800" dirty="0" smtClean="0"/>
              <a:t> </a:t>
            </a:r>
            <a:r>
              <a:rPr lang="ko-KR" altLang="en-US" sz="2800" dirty="0" smtClean="0"/>
              <a:t>자동화 시스템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612F902E-562E-4C59-9195-659D40C6A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924" y="5647253"/>
            <a:ext cx="6238970" cy="505934"/>
          </a:xfrm>
        </p:spPr>
        <p:txBody>
          <a:bodyPr rtlCol="0"/>
          <a:lstStyle/>
          <a:p>
            <a:pPr rtl="0"/>
            <a:r>
              <a:rPr lang="en-US" altLang="ko-KR" sz="1800" dirty="0" smtClean="0"/>
              <a:t>20191141 </a:t>
            </a:r>
            <a:r>
              <a:rPr lang="ko-KR" altLang="en-US" sz="1800" dirty="0" err="1" smtClean="0"/>
              <a:t>진채연</a:t>
            </a:r>
            <a:endParaRPr lang="ko-KR" altLang="ru-RU" sz="1800" dirty="0"/>
          </a:p>
        </p:txBody>
      </p:sp>
    </p:spTree>
    <p:extLst>
      <p:ext uri="{BB962C8B-B14F-4D97-AF65-F5344CB8AC3E}">
        <p14:creationId xmlns:p14="http://schemas.microsoft.com/office/powerpoint/2010/main" xmlns="" val="245749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59C81B0-2191-45BC-9905-2E1C78EB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smtClean="0"/>
              <a:t>목차</a:t>
            </a:r>
            <a:endParaRPr lang="ko-KR" altLang="ru-RU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B6128D86-6A24-4EED-BF70-9F13E0CE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0</a:t>
            </a:r>
            <a:r>
              <a:rPr lang="en-US" altLang="ko-KR" dirty="0" smtClean="0"/>
              <a:t>1</a:t>
            </a:r>
            <a:endParaRPr lang="ko-KR" alt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046206" y="2800866"/>
            <a:ext cx="68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01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050324" y="4320748"/>
            <a:ext cx="68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03</a:t>
            </a:r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549082" y="2809103"/>
            <a:ext cx="68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02</a:t>
            </a:r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6553200" y="4337223"/>
            <a:ext cx="68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04</a:t>
            </a:r>
            <a:endParaRPr lang="ko-KR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746422" y="2825578"/>
            <a:ext cx="387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현재 시스템의 현황과 필요성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787610" y="4308390"/>
            <a:ext cx="395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사용 할 데이터 종류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7298725" y="2825579"/>
            <a:ext cx="3558746" cy="378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주제 내용 설명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447005" y="4349578"/>
            <a:ext cx="28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필요한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6191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34F19DB-AF7B-4BB7-A1D5-A8394B98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 smtClean="0"/>
              <a:t>현재 시스템의 현황과 필요성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09DF1EAD-1A34-4983-B8A6-3BD0E7A7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0</a:t>
            </a:r>
            <a:r>
              <a:rPr lang="en-US" altLang="ko-KR" dirty="0" smtClean="0"/>
              <a:t>2</a:t>
            </a:r>
            <a:endParaRPr lang="ko-KR" alt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85800" y="2238375"/>
            <a:ext cx="105060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현재 시스템의 존재 여부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무</a:t>
            </a: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ko-KR" altLang="en-US" dirty="0" smtClean="0"/>
              <a:t>자동 분류 시스템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자동 검수 시스템 등은 갖추어져 있지만 </a:t>
            </a:r>
            <a:r>
              <a:rPr lang="ko-KR" altLang="en-US" dirty="0" err="1" smtClean="0"/>
              <a:t>식자재를</a:t>
            </a:r>
            <a:r>
              <a:rPr lang="ko-KR" altLang="en-US" dirty="0" smtClean="0"/>
              <a:t> 자동화 하여 구입하는 시스템은 급식 시스템에 도입이 되지 않음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필요성 </a:t>
            </a:r>
            <a:r>
              <a:rPr lang="en-US" altLang="ko-KR" dirty="0" smtClean="0"/>
              <a:t>– ‘ </a:t>
            </a:r>
            <a:r>
              <a:rPr lang="ko-KR" altLang="en-US" dirty="0" smtClean="0"/>
              <a:t>효율적인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관리와 구매방법이 인건비와 성과만족에 영향을 끼친다</a:t>
            </a:r>
            <a:r>
              <a:rPr lang="en-US" altLang="ko-KR" dirty="0" smtClean="0"/>
              <a:t>’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‘</a:t>
            </a:r>
            <a:r>
              <a:rPr lang="ko-KR" altLang="en-US" dirty="0" smtClean="0"/>
              <a:t>외식업체의 효율적인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관리와 구매방법이 </a:t>
            </a:r>
            <a:r>
              <a:rPr lang="ko-KR" altLang="en-US" dirty="0" err="1" smtClean="0"/>
              <a:t>경영상과에</a:t>
            </a:r>
            <a:r>
              <a:rPr lang="ko-KR" altLang="en-US" dirty="0" smtClean="0"/>
              <a:t> 미치는 영향 </a:t>
            </a:r>
            <a:r>
              <a:rPr lang="en-US" altLang="ko-KR" dirty="0" smtClean="0"/>
              <a:t>, Vol.20 No.4, 2014’ </a:t>
            </a:r>
            <a:r>
              <a:rPr lang="ko-KR" altLang="en-US" dirty="0" smtClean="0"/>
              <a:t>논문에서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관리와 구매방법이 인건비와 성과만족에 영향을 끼친다는 것을 증명함</a:t>
            </a:r>
            <a:r>
              <a:rPr lang="en-US" altLang="ko-KR" dirty="0" smtClean="0"/>
              <a:t>.</a:t>
            </a:r>
          </a:p>
          <a:p>
            <a:pPr marL="800100" lvl="1" indent="-342900">
              <a:buAutoNum type="arabicPeriod"/>
            </a:pP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ko-KR" altLang="en-US" dirty="0" smtClean="0"/>
              <a:t>이 논문을 통하여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구매 방식이 자동화 시스템이 되면 영양사들의 편의성과 다른 요소의 질을 향상시킬 수 있다는 것을 인식하여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급식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구입 자동화 시스템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이 필요하다고 생각함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2101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xmlns="" id="{FCDE14EA-D755-42BB-A773-87353BE4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 smtClean="0"/>
              <a:t>주제 내용 설명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6CEECB1D-F676-4A71-942E-CE7C2441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dirty="0" smtClean="0"/>
              <a:t>03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733425" y="2447925"/>
            <a:ext cx="10553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공급기관과 수요기관을 통하여 각 학교마다 </a:t>
            </a:r>
            <a:r>
              <a:rPr lang="ko-KR" altLang="en-US" dirty="0" err="1" smtClean="0"/>
              <a:t>식자재를</a:t>
            </a:r>
            <a:r>
              <a:rPr lang="ko-KR" altLang="en-US" dirty="0" smtClean="0"/>
              <a:t> 공급과 수요를 할 수 있는 시스템이 목적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예상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영양사가 식단표를 등록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식단표의 필요한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정보를 등록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현재 가지고 있는 식자재의 양 체크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주 단위로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차감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정해진 </a:t>
            </a:r>
            <a:r>
              <a:rPr lang="ko-KR" altLang="en-US" dirty="0" err="1" smtClean="0"/>
              <a:t>제한량보다</a:t>
            </a:r>
            <a:r>
              <a:rPr lang="ko-KR" altLang="en-US" dirty="0" smtClean="0"/>
              <a:t> 식자재가 적을 경우 수요기관에서 공급기관으로 요청 및 자동 결제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공급기관에서 물자 전달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8855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809F7B-E677-4AAE-98A6-FA7A59B3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 smtClean="0"/>
              <a:t>사용 할 데이터 </a:t>
            </a:r>
            <a:r>
              <a:rPr lang="ko-KR" altLang="en-US" dirty="0" smtClean="0"/>
              <a:t>종류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E25EFEB-8E37-456F-9070-5F147B05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04</a:t>
            </a:r>
            <a:endParaRPr lang="ko-KR" alt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19150" y="2162175"/>
            <a:ext cx="10553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ko-KR" altLang="en-US" dirty="0" smtClean="0"/>
              <a:t>데이터 </a:t>
            </a:r>
            <a:r>
              <a:rPr lang="en-US" altLang="ko-KR" dirty="0" smtClean="0"/>
              <a:t>1 :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현품 정보</a:t>
            </a:r>
            <a:endParaRPr lang="en-US" altLang="ko-KR" dirty="0" smtClean="0"/>
          </a:p>
          <a:p>
            <a:pPr fontAlgn="base" latinLnBrk="1"/>
            <a:endParaRPr lang="en-US" altLang="ko-KR" dirty="0" smtClean="0"/>
          </a:p>
          <a:p>
            <a:pPr fontAlgn="base"/>
            <a:r>
              <a:rPr lang="en-US" altLang="ko-KR" sz="1600" dirty="0" smtClean="0"/>
              <a:t>COMP_TYPE	string	</a:t>
            </a:r>
            <a:r>
              <a:rPr lang="ko-KR" altLang="en-US" sz="1600" dirty="0" err="1" smtClean="0"/>
              <a:t>센터별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구분값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		COMP_NM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센터명</a:t>
            </a:r>
            <a:r>
              <a:rPr lang="ko-KR" altLang="en-US" sz="1600" dirty="0" smtClean="0"/>
              <a:t> </a:t>
            </a:r>
          </a:p>
          <a:p>
            <a:pPr fontAlgn="base"/>
            <a:r>
              <a:rPr lang="en-US" altLang="ko-KR" sz="1600" dirty="0" smtClean="0"/>
              <a:t>EST_DATE	string	</a:t>
            </a:r>
            <a:r>
              <a:rPr lang="ko-KR" altLang="en-US" sz="1600" dirty="0" smtClean="0"/>
              <a:t>주문에 대한 </a:t>
            </a:r>
            <a:r>
              <a:rPr lang="ko-KR" altLang="en-US" sz="1600" dirty="0" smtClean="0"/>
              <a:t>견적일</a:t>
            </a:r>
            <a:r>
              <a:rPr lang="en-US" altLang="ko-KR" sz="1600" dirty="0" smtClean="0"/>
              <a:t>	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ITEMCLS1_TYPE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대분류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구분값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ITEMCLS1_NM	string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대분류명</a:t>
            </a:r>
            <a:r>
              <a:rPr lang="en-US" altLang="ko-KR" sz="1600" dirty="0" smtClean="0"/>
              <a:t>		ITEMCLS2_NM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중분류명</a:t>
            </a:r>
            <a:r>
              <a:rPr lang="ko-KR" altLang="en-US" sz="1600" dirty="0" smtClean="0"/>
              <a:t> </a:t>
            </a:r>
          </a:p>
          <a:p>
            <a:pPr fontAlgn="base"/>
            <a:r>
              <a:rPr lang="en-US" altLang="ko-KR" sz="1600" dirty="0" smtClean="0"/>
              <a:t>ITEMCLS3_NM	string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소분류명</a:t>
            </a:r>
            <a:r>
              <a:rPr lang="en-US" altLang="ko-KR" sz="1600" dirty="0" smtClean="0"/>
              <a:t>		ITEM_SEQ</a:t>
            </a:r>
            <a:r>
              <a:rPr lang="en-US" altLang="ko-KR" sz="1600" dirty="0" smtClean="0"/>
              <a:t>	number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smtClean="0"/>
              <a:t>코드</a:t>
            </a:r>
            <a:endParaRPr lang="en-US" altLang="ko-KR" sz="1600" dirty="0" smtClean="0"/>
          </a:p>
          <a:p>
            <a:pPr fontAlgn="base"/>
            <a:r>
              <a:rPr lang="en-US" altLang="ko-KR" sz="1600" dirty="0" smtClean="0"/>
              <a:t>ITEM_NM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식재료명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		SPEC</a:t>
            </a:r>
            <a:r>
              <a:rPr lang="en-US" altLang="ko-KR" sz="1600" dirty="0" smtClean="0"/>
              <a:t>	string	</a:t>
            </a:r>
            <a:r>
              <a:rPr lang="ko-KR" altLang="en-US" sz="1600" dirty="0" smtClean="0"/>
              <a:t>규격</a:t>
            </a:r>
          </a:p>
          <a:p>
            <a:pPr fontAlgn="base"/>
            <a:r>
              <a:rPr lang="en-US" altLang="ko-KR" sz="1600" dirty="0" smtClean="0"/>
              <a:t>UNIT_NM	string	</a:t>
            </a:r>
            <a:r>
              <a:rPr lang="ko-KR" altLang="en-US" sz="1600" dirty="0" smtClean="0"/>
              <a:t>단위명</a:t>
            </a:r>
            <a:r>
              <a:rPr lang="en-US" altLang="ko-KR" sz="1600" dirty="0" smtClean="0"/>
              <a:t>			CERT_NM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인증구분명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FREQ_CNT	number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smtClean="0"/>
              <a:t>발주빈도수</a:t>
            </a:r>
            <a:r>
              <a:rPr lang="en-US" altLang="ko-KR" sz="1600" dirty="0" smtClean="0"/>
              <a:t>	QTY</a:t>
            </a:r>
            <a:r>
              <a:rPr lang="en-US" altLang="ko-KR" sz="1600" dirty="0" smtClean="0"/>
              <a:t>	number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발주량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TOT_AMT	number	</a:t>
            </a:r>
            <a:r>
              <a:rPr lang="ko-KR" altLang="en-US" sz="1600" dirty="0" smtClean="0"/>
              <a:t>합계금액</a:t>
            </a:r>
            <a:r>
              <a:rPr lang="en-US" altLang="ko-KR" sz="1600" dirty="0" smtClean="0"/>
              <a:t>		PU_CUST_NM</a:t>
            </a:r>
            <a:r>
              <a:rPr lang="en-US" altLang="ko-KR" sz="1600" dirty="0" smtClean="0"/>
              <a:t>	string	</a:t>
            </a:r>
            <a:r>
              <a:rPr lang="ko-KR" altLang="en-US" sz="1600" dirty="0" smtClean="0"/>
              <a:t>공급기관명</a:t>
            </a:r>
          </a:p>
          <a:p>
            <a:pPr fontAlgn="base"/>
            <a:r>
              <a:rPr lang="en-US" altLang="ko-KR" sz="1600" dirty="0" smtClean="0"/>
              <a:t>PU_CUST_SEQ	number	</a:t>
            </a:r>
            <a:r>
              <a:rPr lang="ko-KR" altLang="en-US" sz="1600" dirty="0" smtClean="0"/>
              <a:t>공급기관코드 </a:t>
            </a:r>
          </a:p>
          <a:p>
            <a:pPr fontAlgn="base" latinLnBrk="1"/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xmlns="" val="265913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809F7B-E677-4AAE-98A6-FA7A59B3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 smtClean="0"/>
              <a:t>사용 할 데이터 </a:t>
            </a:r>
            <a:r>
              <a:rPr lang="ko-KR" altLang="en-US" dirty="0" smtClean="0"/>
              <a:t>종류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E25EFEB-8E37-456F-9070-5F147B05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05</a:t>
            </a:r>
            <a:endParaRPr lang="ko-KR" alt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42950" y="2238375"/>
            <a:ext cx="105537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ko-KR" altLang="en-US" dirty="0" smtClean="0"/>
              <a:t>데이터 </a:t>
            </a:r>
            <a:r>
              <a:rPr lang="en-US" altLang="ko-KR" dirty="0" smtClean="0"/>
              <a:t>2</a:t>
            </a:r>
            <a:r>
              <a:rPr lang="en-US" altLang="ko-KR" dirty="0" smtClean="0"/>
              <a:t> :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공급 기관 현황</a:t>
            </a:r>
            <a:endParaRPr lang="en-US" altLang="ko-KR" dirty="0" smtClean="0"/>
          </a:p>
          <a:p>
            <a:pPr fontAlgn="base" latinLnBrk="1"/>
            <a:endParaRPr lang="en-US" altLang="ko-KR" dirty="0" smtClean="0"/>
          </a:p>
          <a:p>
            <a:pPr fontAlgn="base"/>
            <a:r>
              <a:rPr lang="en-US" altLang="ko-KR" sz="1600" dirty="0" smtClean="0"/>
              <a:t>COMP_TYPE	string	</a:t>
            </a:r>
            <a:r>
              <a:rPr lang="ko-KR" altLang="en-US" sz="1600" dirty="0" err="1" smtClean="0"/>
              <a:t>센터별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구분값</a:t>
            </a:r>
            <a:r>
              <a:rPr lang="ko-KR" altLang="en-US" sz="1600" dirty="0" smtClean="0"/>
              <a:t> </a:t>
            </a:r>
          </a:p>
          <a:p>
            <a:pPr fontAlgn="base"/>
            <a:r>
              <a:rPr lang="en-US" altLang="ko-KR" sz="1600" dirty="0" smtClean="0"/>
              <a:t>COMP_NM	string	</a:t>
            </a:r>
            <a:r>
              <a:rPr lang="ko-KR" altLang="en-US" sz="1600" dirty="0" err="1" smtClean="0"/>
              <a:t>시군별</a:t>
            </a:r>
            <a:r>
              <a:rPr lang="ko-KR" altLang="en-US" sz="1600" dirty="0" smtClean="0"/>
              <a:t> 센터명칭</a:t>
            </a:r>
          </a:p>
          <a:p>
            <a:pPr fontAlgn="base"/>
            <a:r>
              <a:rPr lang="en-US" altLang="ko-KR" sz="1600" dirty="0" smtClean="0"/>
              <a:t>CUST_SEQ	number	</a:t>
            </a:r>
            <a:r>
              <a:rPr lang="ko-KR" altLang="en-US" sz="1600" dirty="0" smtClean="0"/>
              <a:t>거래처코드</a:t>
            </a:r>
          </a:p>
          <a:p>
            <a:pPr fontAlgn="base"/>
            <a:r>
              <a:rPr lang="en-US" altLang="ko-KR" sz="1600" dirty="0" smtClean="0"/>
              <a:t>CUST_NM	string	</a:t>
            </a:r>
            <a:r>
              <a:rPr lang="ko-KR" altLang="en-US" sz="1600" dirty="0" err="1" smtClean="0"/>
              <a:t>거래처명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TEL_NO	string	</a:t>
            </a:r>
            <a:r>
              <a:rPr lang="ko-KR" altLang="en-US" sz="1600" dirty="0" smtClean="0"/>
              <a:t>전화번호</a:t>
            </a:r>
          </a:p>
          <a:p>
            <a:pPr fontAlgn="base"/>
            <a:r>
              <a:rPr lang="en-US" altLang="ko-KR" sz="1600" dirty="0" smtClean="0"/>
              <a:t>ADDR	string	</a:t>
            </a:r>
            <a:r>
              <a:rPr lang="ko-KR" altLang="en-US" sz="1600" dirty="0" smtClean="0"/>
              <a:t>주소</a:t>
            </a:r>
          </a:p>
          <a:p>
            <a:pPr fontAlgn="base"/>
            <a:r>
              <a:rPr lang="en-US" altLang="ko-KR" sz="1600" dirty="0" smtClean="0"/>
              <a:t>SUPPLY_TYPE_NM	string	</a:t>
            </a:r>
            <a:r>
              <a:rPr lang="ko-KR" altLang="en-US" sz="1600" dirty="0" err="1" smtClean="0"/>
              <a:t>공급구분명</a:t>
            </a:r>
            <a:endParaRPr lang="ko-KR" alt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xmlns="" val="265913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809F7B-E677-4AAE-98A6-FA7A59B3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 smtClean="0"/>
              <a:t>사용 할 데이터 </a:t>
            </a:r>
            <a:r>
              <a:rPr lang="ko-KR" altLang="en-US" dirty="0" smtClean="0"/>
              <a:t>종류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E25EFEB-8E37-456F-9070-5F147B05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06</a:t>
            </a:r>
            <a:endParaRPr lang="ko-KR" alt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23900" y="2057400"/>
            <a:ext cx="105537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ko-KR" altLang="en-US" dirty="0" smtClean="0"/>
              <a:t>데이터 </a:t>
            </a:r>
            <a:r>
              <a:rPr lang="en-US" altLang="ko-KR" dirty="0" smtClean="0"/>
              <a:t>3 :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수요기관 현황</a:t>
            </a:r>
            <a:endParaRPr lang="en-US" altLang="ko-KR" dirty="0" smtClean="0"/>
          </a:p>
          <a:p>
            <a:pPr fontAlgn="base" latinLnBrk="1"/>
            <a:endParaRPr lang="en-US" altLang="ko-KR" dirty="0" smtClean="0"/>
          </a:p>
          <a:p>
            <a:pPr fontAlgn="base"/>
            <a:r>
              <a:rPr lang="en-US" altLang="ko-KR" sz="1600" dirty="0" smtClean="0"/>
              <a:t>COMP_TYPE	string	</a:t>
            </a:r>
            <a:r>
              <a:rPr lang="ko-KR" altLang="en-US" sz="1600" dirty="0" err="1" smtClean="0"/>
              <a:t>센터별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구분값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COMP_NM	string	</a:t>
            </a:r>
            <a:r>
              <a:rPr lang="ko-KR" altLang="en-US" sz="1600" dirty="0" err="1" smtClean="0"/>
              <a:t>시군별</a:t>
            </a:r>
            <a:r>
              <a:rPr lang="ko-KR" altLang="en-US" sz="1600" dirty="0" smtClean="0"/>
              <a:t> 센터명칭</a:t>
            </a:r>
          </a:p>
          <a:p>
            <a:pPr fontAlgn="base"/>
            <a:r>
              <a:rPr lang="en-US" altLang="ko-KR" sz="1600" dirty="0" smtClean="0"/>
              <a:t>DEMA_TYPE	string	</a:t>
            </a:r>
            <a:r>
              <a:rPr lang="ko-KR" altLang="en-US" sz="1600" dirty="0" smtClean="0"/>
              <a:t>수요 구분</a:t>
            </a:r>
          </a:p>
          <a:p>
            <a:pPr fontAlgn="base"/>
            <a:r>
              <a:rPr lang="en-US" altLang="ko-KR" sz="1600" dirty="0" smtClean="0"/>
              <a:t>CUST_SEQ	number	</a:t>
            </a:r>
            <a:r>
              <a:rPr lang="ko-KR" altLang="en-US" sz="1600" dirty="0" smtClean="0"/>
              <a:t>거래처코드</a:t>
            </a:r>
          </a:p>
          <a:p>
            <a:pPr fontAlgn="base"/>
            <a:r>
              <a:rPr lang="en-US" altLang="ko-KR" sz="1600" dirty="0" smtClean="0"/>
              <a:t>CUST_NM	string	</a:t>
            </a:r>
            <a:r>
              <a:rPr lang="ko-KR" altLang="en-US" sz="1600" dirty="0" err="1" smtClean="0"/>
              <a:t>거래처명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BIZ_NO	string	</a:t>
            </a:r>
            <a:r>
              <a:rPr lang="ko-KR" altLang="en-US" sz="1600" dirty="0" smtClean="0"/>
              <a:t>사업자번호</a:t>
            </a:r>
          </a:p>
          <a:p>
            <a:pPr fontAlgn="base"/>
            <a:r>
              <a:rPr lang="en-US" altLang="ko-KR" sz="1600" dirty="0" smtClean="0"/>
              <a:t>BIZ_COND	string	</a:t>
            </a:r>
            <a:r>
              <a:rPr lang="ko-KR" altLang="en-US" sz="1600" dirty="0" smtClean="0"/>
              <a:t>업태</a:t>
            </a:r>
          </a:p>
          <a:p>
            <a:pPr fontAlgn="base"/>
            <a:r>
              <a:rPr lang="en-US" altLang="ko-KR" sz="1600" dirty="0" smtClean="0"/>
              <a:t>BIZ_TYPE	string	</a:t>
            </a:r>
            <a:r>
              <a:rPr lang="ko-KR" altLang="en-US" sz="1600" dirty="0" smtClean="0"/>
              <a:t>업종</a:t>
            </a:r>
          </a:p>
          <a:p>
            <a:pPr fontAlgn="base"/>
            <a:r>
              <a:rPr lang="en-US" altLang="ko-KR" sz="1600" dirty="0" smtClean="0"/>
              <a:t>TEL_NO	string	</a:t>
            </a:r>
            <a:r>
              <a:rPr lang="ko-KR" altLang="en-US" sz="1600" dirty="0" smtClean="0"/>
              <a:t>전화번호</a:t>
            </a:r>
          </a:p>
          <a:p>
            <a:pPr fontAlgn="base"/>
            <a:r>
              <a:rPr lang="en-US" altLang="ko-KR" sz="1600" dirty="0" smtClean="0"/>
              <a:t>ADDR	string	</a:t>
            </a:r>
            <a:r>
              <a:rPr lang="ko-KR" altLang="en-US" sz="1600" dirty="0" smtClean="0"/>
              <a:t>주소</a:t>
            </a:r>
          </a:p>
          <a:p>
            <a:pPr fontAlgn="base"/>
            <a:r>
              <a:rPr lang="en-US" altLang="ko-KR" sz="1600" dirty="0" smtClean="0"/>
              <a:t>HOME_PAGE	string	</a:t>
            </a:r>
            <a:r>
              <a:rPr lang="ko-KR" altLang="en-US" sz="1600" dirty="0" smtClean="0"/>
              <a:t>홈페이지 주소</a:t>
            </a:r>
          </a:p>
          <a:p>
            <a:pPr fontAlgn="base"/>
            <a:r>
              <a:rPr lang="en-US" altLang="ko-KR" sz="1600" dirty="0" smtClean="0"/>
              <a:t>CUST_KIND_NM	string	</a:t>
            </a:r>
            <a:r>
              <a:rPr lang="ko-KR" altLang="en-US" sz="1600" dirty="0" smtClean="0"/>
              <a:t>거래처 종류</a:t>
            </a:r>
          </a:p>
          <a:p>
            <a:pPr fontAlgn="base"/>
            <a:r>
              <a:rPr lang="en-US" altLang="ko-KR" sz="1600" dirty="0" smtClean="0"/>
              <a:t>SUPPLY_TYPE_NM	string	</a:t>
            </a:r>
            <a:r>
              <a:rPr lang="ko-KR" altLang="en-US" sz="1600" dirty="0" err="1" smtClean="0"/>
              <a:t>공급구분명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SUPPLY_TYPE	string	</a:t>
            </a:r>
            <a:r>
              <a:rPr lang="ko-KR" altLang="en-US" sz="1600" dirty="0" err="1" smtClean="0"/>
              <a:t>공급구분값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2659139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809F7B-E677-4AAE-98A6-FA7A59B3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 smtClean="0"/>
              <a:t>사용 할 데이터 </a:t>
            </a:r>
            <a:r>
              <a:rPr lang="ko-KR" altLang="en-US" dirty="0" smtClean="0"/>
              <a:t>종류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E25EFEB-8E37-456F-9070-5F147B05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07</a:t>
            </a:r>
            <a:endParaRPr lang="ko-KR" alt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42950" y="2238375"/>
            <a:ext cx="10553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ko-KR" altLang="en-US" dirty="0" smtClean="0"/>
              <a:t>데이터 </a:t>
            </a:r>
            <a:r>
              <a:rPr lang="en-US" altLang="ko-KR" dirty="0" smtClean="0"/>
              <a:t>4 : </a:t>
            </a:r>
            <a:r>
              <a:rPr lang="ko-KR" altLang="en-US" dirty="0" err="1" smtClean="0"/>
              <a:t>식자재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수발주</a:t>
            </a:r>
            <a:r>
              <a:rPr lang="ko-KR" altLang="en-US" dirty="0" smtClean="0"/>
              <a:t> 내역</a:t>
            </a:r>
            <a:endParaRPr lang="en-US" altLang="ko-KR" dirty="0" smtClean="0"/>
          </a:p>
          <a:p>
            <a:pPr fontAlgn="base" latinLnBrk="1"/>
            <a:endParaRPr lang="en-US" altLang="ko-KR" dirty="0" smtClean="0"/>
          </a:p>
          <a:p>
            <a:pPr fontAlgn="base"/>
            <a:r>
              <a:rPr lang="en-US" altLang="ko-KR" sz="1600" dirty="0" smtClean="0"/>
              <a:t>COMP_TYPE	string	</a:t>
            </a:r>
            <a:r>
              <a:rPr lang="ko-KR" altLang="en-US" sz="1600" dirty="0" err="1" smtClean="0"/>
              <a:t>센터별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구분값</a:t>
            </a:r>
            <a:r>
              <a:rPr lang="en-US" altLang="ko-KR" sz="1600" dirty="0" smtClean="0"/>
              <a:t>	COMP_NM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센터명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EST_DATE	string	</a:t>
            </a:r>
            <a:r>
              <a:rPr lang="ko-KR" altLang="en-US" sz="1600" dirty="0" smtClean="0"/>
              <a:t>주문에 대한 </a:t>
            </a:r>
            <a:r>
              <a:rPr lang="ko-KR" altLang="en-US" sz="1600" dirty="0" smtClean="0"/>
              <a:t>견적일</a:t>
            </a:r>
            <a:r>
              <a:rPr lang="en-US" altLang="ko-KR" sz="1600" dirty="0" smtClean="0"/>
              <a:t>		ITEMCLS1_TYPE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대분류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구분값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ITEMCLS1_NM	string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대분류명</a:t>
            </a:r>
            <a:r>
              <a:rPr lang="en-US" altLang="ko-KR" sz="1600" dirty="0" smtClean="0"/>
              <a:t>	ITEMCLS2_NM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중분류명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ITEMCLS3_NM	string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소분류명</a:t>
            </a:r>
            <a:r>
              <a:rPr lang="en-US" altLang="ko-KR" sz="1600" dirty="0" smtClean="0"/>
              <a:t>	ITEM_SEQ</a:t>
            </a:r>
            <a:r>
              <a:rPr lang="en-US" altLang="ko-KR" sz="1600" dirty="0" smtClean="0"/>
              <a:t>	number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코드</a:t>
            </a:r>
          </a:p>
          <a:p>
            <a:pPr fontAlgn="base"/>
            <a:r>
              <a:rPr lang="en-US" altLang="ko-KR" sz="1600" dirty="0" smtClean="0"/>
              <a:t>ITEM_NM	string	</a:t>
            </a:r>
            <a:r>
              <a:rPr lang="ko-KR" altLang="en-US" sz="1600" dirty="0" err="1" smtClean="0"/>
              <a:t>식재료명</a:t>
            </a:r>
            <a:r>
              <a:rPr lang="en-US" altLang="ko-KR" sz="1600" dirty="0" smtClean="0"/>
              <a:t>			SPEC</a:t>
            </a:r>
            <a:r>
              <a:rPr lang="en-US" altLang="ko-KR" sz="1600" dirty="0" smtClean="0"/>
              <a:t>	string	</a:t>
            </a:r>
            <a:r>
              <a:rPr lang="ko-KR" altLang="en-US" sz="1600" dirty="0" smtClean="0"/>
              <a:t>규격</a:t>
            </a:r>
          </a:p>
          <a:p>
            <a:pPr fontAlgn="base"/>
            <a:r>
              <a:rPr lang="en-US" altLang="ko-KR" sz="1600" dirty="0" smtClean="0"/>
              <a:t>UNIT_NM	string	</a:t>
            </a:r>
            <a:r>
              <a:rPr lang="ko-KR" altLang="en-US" sz="1600" dirty="0" smtClean="0"/>
              <a:t>단위명</a:t>
            </a:r>
            <a:r>
              <a:rPr lang="en-US" altLang="ko-KR" sz="1600" dirty="0" smtClean="0"/>
              <a:t>			CERT_NM</a:t>
            </a:r>
            <a:r>
              <a:rPr lang="en-US" altLang="ko-KR" sz="1600" dirty="0" smtClean="0"/>
              <a:t>	string	</a:t>
            </a:r>
            <a:r>
              <a:rPr lang="ko-KR" altLang="en-US" sz="1600" dirty="0" err="1" smtClean="0"/>
              <a:t>인증구분명</a:t>
            </a:r>
            <a:r>
              <a:rPr lang="ko-KR" altLang="en-US" sz="1600" dirty="0" smtClean="0"/>
              <a:t> 입니다</a:t>
            </a:r>
          </a:p>
          <a:p>
            <a:pPr fontAlgn="base"/>
            <a:r>
              <a:rPr lang="en-US" altLang="ko-KR" sz="1600" dirty="0" smtClean="0"/>
              <a:t>FREQ_CNT	number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smtClean="0"/>
              <a:t>발주빈도수</a:t>
            </a:r>
            <a:r>
              <a:rPr lang="en-US" altLang="ko-KR" sz="1600" dirty="0" smtClean="0"/>
              <a:t>	QTY</a:t>
            </a:r>
            <a:r>
              <a:rPr lang="en-US" altLang="ko-KR" sz="1600" dirty="0" smtClean="0"/>
              <a:t>	number	</a:t>
            </a:r>
            <a:r>
              <a:rPr lang="ko-KR" altLang="en-US" sz="1600" dirty="0" err="1" smtClean="0"/>
              <a:t>식재료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발주량</a:t>
            </a:r>
            <a:endParaRPr lang="ko-KR" altLang="en-US" sz="1600" dirty="0" smtClean="0"/>
          </a:p>
          <a:p>
            <a:pPr fontAlgn="base"/>
            <a:r>
              <a:rPr lang="en-US" altLang="ko-KR" sz="1600" dirty="0" smtClean="0"/>
              <a:t>TOT_AMT	number	</a:t>
            </a:r>
            <a:r>
              <a:rPr lang="ko-KR" altLang="en-US" sz="1600" dirty="0" smtClean="0"/>
              <a:t>합계금액</a:t>
            </a:r>
            <a:r>
              <a:rPr lang="en-US" altLang="ko-KR" sz="1600" dirty="0" smtClean="0"/>
              <a:t>			PU_CUST_NM</a:t>
            </a:r>
            <a:r>
              <a:rPr lang="en-US" altLang="ko-KR" sz="1600" dirty="0" smtClean="0"/>
              <a:t>	string	</a:t>
            </a:r>
            <a:r>
              <a:rPr lang="ko-KR" altLang="en-US" sz="1600" dirty="0" smtClean="0"/>
              <a:t>공급기관명</a:t>
            </a:r>
          </a:p>
          <a:p>
            <a:pPr fontAlgn="base"/>
            <a:r>
              <a:rPr lang="en-US" altLang="ko-KR" sz="1600" dirty="0" smtClean="0"/>
              <a:t>PU_CUST_SEQ	number	</a:t>
            </a:r>
            <a:r>
              <a:rPr lang="ko-KR" altLang="en-US" sz="1600" dirty="0" smtClean="0"/>
              <a:t>공급기관코드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265913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809F7B-E677-4AAE-98A6-FA7A59B3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 smtClean="0"/>
              <a:t>필요한 기능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E25EFEB-8E37-456F-9070-5F147B05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08</a:t>
            </a:r>
            <a:endParaRPr lang="ko-KR" alt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2600325"/>
            <a:ext cx="10553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 smtClean="0"/>
              <a:t>식자재</a:t>
            </a:r>
            <a:r>
              <a:rPr lang="ko-KR" altLang="en-US" dirty="0" smtClean="0"/>
              <a:t> 재고량 체크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err="1" smtClean="0"/>
              <a:t>식자재</a:t>
            </a:r>
            <a:r>
              <a:rPr lang="ko-KR" altLang="en-US" dirty="0" smtClean="0"/>
              <a:t> 주문</a:t>
            </a:r>
            <a:r>
              <a:rPr lang="en-US" altLang="ko-KR" dirty="0" smtClean="0"/>
              <a:t>(</a:t>
            </a:r>
            <a:r>
              <a:rPr lang="ko-KR" altLang="en-US" dirty="0" smtClean="0"/>
              <a:t>다음 식단표를 보고 넉넉한 양 기준 정해서 주문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자동 결제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식단표 미등록 시 경고 알림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학교와 수요기관 연계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공급기관 </a:t>
            </a:r>
            <a:r>
              <a:rPr lang="ko-KR" altLang="en-US" dirty="0" err="1" smtClean="0"/>
              <a:t>매칭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xmlns="" val="2659139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809F7B-E677-4AAE-98A6-FA7A59B3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 smtClean="0"/>
              <a:t>출처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E25EFEB-8E37-456F-9070-5F147B05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en-US" altLang="ko-KR" dirty="0" smtClean="0"/>
              <a:t>09</a:t>
            </a:r>
            <a:endParaRPr lang="ko-KR" alt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790575" y="2343150"/>
            <a:ext cx="9953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ko-KR" altLang="en-US" dirty="0" smtClean="0">
                <a:hlinkClick r:id="rId3"/>
              </a:rPr>
              <a:t>출처 소개</a:t>
            </a:r>
            <a:r>
              <a:rPr lang="en-US" altLang="ko-KR" dirty="0" smtClean="0">
                <a:hlinkClick r:id="rId3"/>
              </a:rPr>
              <a:t>: </a:t>
            </a:r>
            <a:r>
              <a:rPr lang="ko-KR" altLang="en-US" dirty="0" smtClean="0">
                <a:hlinkClick r:id="rId3"/>
              </a:rPr>
              <a:t>공공 데이터 포털 사이트</a:t>
            </a:r>
            <a:endParaRPr lang="en-US" altLang="ko-KR" dirty="0" smtClean="0">
              <a:hlinkClick r:id="rId3"/>
            </a:endParaRPr>
          </a:p>
          <a:p>
            <a:pPr fontAlgn="base" latinLnBrk="1"/>
            <a:r>
              <a:rPr lang="ko-KR" altLang="en-US" dirty="0" smtClean="0">
                <a:hlinkClick r:id="rId3"/>
              </a:rPr>
              <a:t>출처 링크</a:t>
            </a:r>
            <a:endParaRPr lang="en-US" altLang="ko-KR" dirty="0" smtClean="0">
              <a:hlinkClick r:id="rId3"/>
            </a:endParaRPr>
          </a:p>
          <a:p>
            <a:pPr fontAlgn="base" latinLnBrk="1"/>
            <a:endParaRPr lang="en-US" altLang="ko-KR" dirty="0" smtClean="0">
              <a:hlinkClick r:id="rId3"/>
            </a:endParaRPr>
          </a:p>
          <a:p>
            <a:pPr fontAlgn="base" latinLnBrk="1"/>
            <a:r>
              <a:rPr lang="en-US" altLang="ko-KR" u="sng" dirty="0" smtClean="0">
                <a:hlinkClick r:id="rId3"/>
              </a:rPr>
              <a:t>https</a:t>
            </a:r>
            <a:r>
              <a:rPr lang="en-US" altLang="ko-KR" u="sng" dirty="0" smtClean="0">
                <a:hlinkClick r:id="rId3"/>
              </a:rPr>
              <a:t>://www.data.go.kr/data/15043316/openapi.do</a:t>
            </a:r>
            <a:endParaRPr lang="en-US" altLang="ko-KR" dirty="0" smtClean="0"/>
          </a:p>
          <a:p>
            <a:pPr fontAlgn="base" latinLnBrk="1"/>
            <a:r>
              <a:rPr lang="en-US" altLang="ko-KR" u="sng" dirty="0" smtClean="0">
                <a:hlinkClick r:id="rId4"/>
              </a:rPr>
              <a:t>https://www.data.go.kr/data/15043315/openapi.do</a:t>
            </a:r>
            <a:endParaRPr lang="en-US" altLang="ko-KR" dirty="0" smtClean="0"/>
          </a:p>
          <a:p>
            <a:pPr fontAlgn="base" latinLnBrk="1"/>
            <a:r>
              <a:rPr lang="en-US" altLang="ko-KR" u="sng" dirty="0" smtClean="0">
                <a:hlinkClick r:id="rId5"/>
              </a:rPr>
              <a:t>https://www.data.go.kr/data/15043314/openapi.do</a:t>
            </a:r>
            <a:endParaRPr lang="en-US" altLang="ko-KR" dirty="0" smtClean="0"/>
          </a:p>
          <a:p>
            <a:pPr fontAlgn="base" latinLnBrk="1"/>
            <a:r>
              <a:rPr lang="en-US" altLang="ko-KR" u="sng" dirty="0" smtClean="0">
                <a:hlinkClick r:id="rId6"/>
              </a:rPr>
              <a:t>https://</a:t>
            </a:r>
            <a:r>
              <a:rPr lang="en-US" altLang="ko-KR" u="sng" dirty="0" smtClean="0">
                <a:hlinkClick r:id="rId6"/>
              </a:rPr>
              <a:t>www.data.go.kr/data/15043313/openapi.do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xmlns="" val="265913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xmlns="" id="{FE4C0176-F748-42D4-A25B-71F0C054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감사합니다</a:t>
            </a:r>
            <a:r>
              <a:rPr lang="en-US" altLang="ko-KR" dirty="0"/>
              <a:t>!</a:t>
            </a:r>
            <a:endParaRPr lang="ko-KR" altLang="ru-RU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C9857702-D4F7-460C-9B02-C07897E603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99115" y="3638243"/>
            <a:ext cx="4896000" cy="664762"/>
          </a:xfrm>
        </p:spPr>
        <p:txBody>
          <a:bodyPr rtlCol="0"/>
          <a:lstStyle/>
          <a:p>
            <a:pPr rtl="0"/>
            <a:r>
              <a:rPr lang="ko-KR" altLang="en-US" dirty="0" smtClean="0"/>
              <a:t>발표자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진채연</a:t>
            </a:r>
            <a:endParaRPr lang="ko-KR" altLang="ru-RU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xmlns="" id="{9E8064C2-698C-4F56-B604-A2A8AE3D7C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전자 메일</a:t>
            </a:r>
            <a:r>
              <a:rPr lang="en-US" altLang="ko-KR" dirty="0"/>
              <a:t>:</a:t>
            </a:r>
            <a:endParaRPr lang="ko-KR" altLang="ru-RU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910D1CE3-B979-4C3E-A3BF-4C200D062B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0540" y="4551902"/>
            <a:ext cx="4896000" cy="373961"/>
          </a:xfrm>
        </p:spPr>
        <p:txBody>
          <a:bodyPr rtlCol="0"/>
          <a:lstStyle/>
          <a:p>
            <a:pPr rtl="0"/>
            <a:r>
              <a:rPr lang="en-US" altLang="ko-KR" sz="3000" dirty="0" smtClean="0"/>
              <a:t>jinchaeyeon@naver.com</a:t>
            </a:r>
            <a:endParaRPr lang="ko-KR" altLang="ru-RU" sz="3000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xmlns="" id="{56D36886-65A3-42CD-990B-789C9200A4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전화 번호</a:t>
            </a:r>
            <a:r>
              <a:rPr lang="en-US" altLang="ko-KR" dirty="0"/>
              <a:t>:</a:t>
            </a:r>
            <a:endParaRPr lang="ko-KR" altLang="ru-RU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xmlns="" id="{E641CB99-F65E-4FA5-89A7-CDA63B042D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en-US" altLang="ko-KR" sz="3000" dirty="0" smtClean="0"/>
              <a:t>010-2799-0219</a:t>
            </a:r>
            <a:endParaRPr lang="ko-KR" altLang="ru-RU" sz="3000" dirty="0"/>
          </a:p>
        </p:txBody>
      </p:sp>
    </p:spTree>
    <p:extLst>
      <p:ext uri="{BB962C8B-B14F-4D97-AF65-F5344CB8AC3E}">
        <p14:creationId xmlns:p14="http://schemas.microsoft.com/office/powerpoint/2010/main" xmlns="" val="3456809286"/>
      </p:ext>
    </p:extLst>
  </p:cSld>
  <p:clrMapOvr>
    <a:masterClrMapping/>
  </p:clrMapOvr>
</p:sld>
</file>

<file path=ppt/theme/theme1.xml><?xml version="1.0" encoding="utf-8"?>
<a:theme xmlns:a="http://schemas.openxmlformats.org/drawingml/2006/main" name="tf16411246_win32">
  <a:themeElements>
    <a:clrScheme name="Custom 18">
      <a:dk1>
        <a:srgbClr val="9D0000"/>
      </a:dk1>
      <a:lt1>
        <a:srgbClr val="FCEDD4"/>
      </a:lt1>
      <a:dk2>
        <a:srgbClr val="8D6347"/>
      </a:dk2>
      <a:lt2>
        <a:srgbClr val="FFF0D7"/>
      </a:lt2>
      <a:accent1>
        <a:srgbClr val="8D6347"/>
      </a:accent1>
      <a:accent2>
        <a:srgbClr val="FF0000"/>
      </a:accent2>
      <a:accent3>
        <a:srgbClr val="00AEEF"/>
      </a:accent3>
      <a:accent4>
        <a:srgbClr val="577423"/>
      </a:accent4>
      <a:accent5>
        <a:srgbClr val="36748D"/>
      </a:accent5>
      <a:accent6>
        <a:srgbClr val="60370F"/>
      </a:accent6>
      <a:hlink>
        <a:srgbClr val="9C0000"/>
      </a:hlink>
      <a:folHlink>
        <a:srgbClr val="9C0000"/>
      </a:folHlink>
    </a:clrScheme>
    <a:fontScheme name="Custom 5">
      <a:majorFont>
        <a:latin typeface="Adobe Garamond Pro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6E7"/>
        </a:solidFill>
        <a:ln>
          <a:solidFill>
            <a:srgbClr val="8D6347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_19716234_TF16411246.potx" id="{9B071772-B489-4015-A7AB-AC248C8AF432}" vid="{DF19FBBD-BD5A-4F86-B63D-1B68967B367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tf16411246_win32</Template>
  <TotalTime>0</TotalTime>
  <Words>302</Words>
  <Application>Microsoft Office PowerPoint</Application>
  <PresentationFormat>사용자 지정</PresentationFormat>
  <Paragraphs>121</Paragraphs>
  <Slides>11</Slides>
  <Notes>11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tf16411246_win32</vt:lpstr>
      <vt:lpstr>급식 식자재 구입 자동화 시스템</vt:lpstr>
      <vt:lpstr>목차</vt:lpstr>
      <vt:lpstr>현재 시스템의 현황과 필요성</vt:lpstr>
      <vt:lpstr>주제 내용 설명</vt:lpstr>
      <vt:lpstr>사용 할 데이터 종류</vt:lpstr>
      <vt:lpstr>사용 할 데이터 종류</vt:lpstr>
      <vt:lpstr>사용 할 데이터 종류</vt:lpstr>
      <vt:lpstr>사용 할 데이터 종류</vt:lpstr>
      <vt:lpstr>필요한 기능</vt:lpstr>
      <vt:lpstr>출처</vt:lpstr>
      <vt:lpstr>감사합니다!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2021-03-24T11:00:47Z</dcterms:created>
  <dcterms:modified xsi:type="dcterms:W3CDTF">2021-03-24T12:27:03Z</dcterms:modified>
</cp:coreProperties>
</file>