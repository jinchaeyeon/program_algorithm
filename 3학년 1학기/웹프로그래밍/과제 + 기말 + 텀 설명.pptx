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8"/>
  </p:notesMasterIdLst>
  <p:handoutMasterIdLst>
    <p:handoutMasterId r:id="rId9"/>
  </p:handoutMasterIdLst>
  <p:sldIdLst>
    <p:sldId id="358" r:id="rId2"/>
    <p:sldId id="351" r:id="rId3"/>
    <p:sldId id="359" r:id="rId4"/>
    <p:sldId id="360" r:id="rId5"/>
    <p:sldId id="361" r:id="rId6"/>
    <p:sldId id="362" r:id="rId7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7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2EBE0-2F31-479F-A788-41367E7E2211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6F8C6-BC5A-42D5-8A22-6ED042C58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73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5/27/2021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5/27/2021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5/27/2021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5/27/2021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5/27/2021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5/27/2021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5/27/2021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5/27/2021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244417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smtClean="0"/>
              <a:t>MVC</a:t>
            </a:r>
            <a:r>
              <a:rPr lang="ko-KR" altLang="en-US" dirty="0" smtClean="0"/>
              <a:t>기반 게시판 과제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6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과제 내용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defRPr/>
            </a:pPr>
            <a:r>
              <a:rPr lang="ko-KR" altLang="en-US" dirty="0" smtClean="0"/>
              <a:t>주어진 코드를 참고하여 게시판 기본 </a:t>
            </a:r>
            <a:r>
              <a:rPr lang="ko-KR" altLang="en-US" dirty="0"/>
              <a:t>기능인 쓰기</a:t>
            </a:r>
            <a:r>
              <a:rPr lang="en-US" altLang="ko-KR" dirty="0"/>
              <a:t>, </a:t>
            </a:r>
            <a:r>
              <a:rPr lang="ko-KR" altLang="en-US" dirty="0" smtClean="0"/>
              <a:t>조회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 기능 구현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제공된 소스에는 전체 글 조회 기능만 있음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테이블 생성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</a:t>
            </a:r>
            <a:r>
              <a:rPr lang="ko-KR" altLang="en-US" dirty="0" smtClean="0"/>
              <a:t>도메인 설계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Repository </a:t>
            </a:r>
            <a:r>
              <a:rPr lang="en-US" altLang="ko-KR" dirty="0" smtClean="0">
                <a:sym typeface="Wingdings" panose="05000000000000000000" pitchFamily="2" charset="2"/>
              </a:rPr>
              <a:t> Service  Controller  Front Controller</a:t>
            </a:r>
            <a:endParaRPr lang="en-US" altLang="ko-KR" dirty="0" smtClean="0"/>
          </a:p>
          <a:p>
            <a:pPr lvl="0">
              <a:defRPr/>
            </a:pPr>
            <a:r>
              <a:rPr lang="ko-KR" altLang="en-US" dirty="0" smtClean="0"/>
              <a:t>참고로 프로젝트 전체를 </a:t>
            </a:r>
            <a:r>
              <a:rPr lang="en-US" altLang="ko-KR" dirty="0" smtClean="0"/>
              <a:t>import</a:t>
            </a:r>
            <a:r>
              <a:rPr lang="ko-KR" altLang="en-US" dirty="0" smtClean="0"/>
              <a:t>할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동일한 </a:t>
            </a:r>
            <a:r>
              <a:rPr lang="en-US" altLang="ko-KR" dirty="0" smtClean="0"/>
              <a:t>context</a:t>
            </a:r>
            <a:r>
              <a:rPr lang="ko-KR" altLang="en-US" dirty="0" smtClean="0"/>
              <a:t>가 존재하여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실행이 안되므로 주어진 프로젝트의 코드만 참고</a:t>
            </a:r>
            <a:endParaRPr lang="en-US" altLang="ko-KR" dirty="0" smtClean="0"/>
          </a:p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개인 과제임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ko-KR" altLang="en-US" dirty="0" smtClean="0"/>
              <a:t>과제 제출 내용</a:t>
            </a:r>
            <a:endParaRPr lang="en-US" altLang="ko-KR" dirty="0" smtClean="0"/>
          </a:p>
          <a:p>
            <a:pPr marL="457200" lvl="1" indent="0">
              <a:buNone/>
              <a:defRPr/>
            </a:pPr>
            <a:r>
              <a:rPr lang="en-US" altLang="ko-KR" dirty="0" smtClean="0"/>
              <a:t>1) </a:t>
            </a:r>
            <a:r>
              <a:rPr lang="ko-KR" altLang="en-US" dirty="0" smtClean="0"/>
              <a:t>소스코드</a:t>
            </a:r>
            <a:endParaRPr lang="en-US" altLang="ko-KR" dirty="0" smtClean="0"/>
          </a:p>
          <a:p>
            <a:pPr marL="457200" lvl="1" indent="0">
              <a:buNone/>
              <a:defRPr/>
            </a:pPr>
            <a:r>
              <a:rPr lang="en-US" altLang="ko-KR" dirty="0" smtClean="0"/>
              <a:t>2) </a:t>
            </a:r>
            <a:r>
              <a:rPr lang="ko-KR" altLang="en-US" dirty="0" smtClean="0"/>
              <a:t>동영상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쓰기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조회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자신이 쓴 글</a:t>
            </a:r>
            <a:r>
              <a:rPr lang="en-US" altLang="ko-KR" dirty="0" smtClean="0"/>
              <a:t>)-&gt;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자신이 쓴 글</a:t>
            </a:r>
            <a:r>
              <a:rPr lang="en-US" altLang="ko-KR" dirty="0" smtClean="0"/>
              <a:t>)-&gt;</a:t>
            </a:r>
            <a:r>
              <a:rPr lang="ko-KR" altLang="en-US" dirty="0" smtClean="0"/>
              <a:t>삭제</a:t>
            </a:r>
            <a:r>
              <a:rPr lang="en-US" altLang="ko-KR" dirty="0"/>
              <a:t>(</a:t>
            </a:r>
            <a:r>
              <a:rPr lang="ko-KR" altLang="en-US" dirty="0"/>
              <a:t>자신이 쓴 글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차례대로 수행하는 동영상을 캡처하여 제출</a:t>
            </a:r>
            <a:r>
              <a:rPr lang="en-US" altLang="ko-KR" dirty="0" smtClean="0"/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단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동영상 길이는 </a:t>
            </a:r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r>
              <a:rPr lang="ko-KR" altLang="en-US" dirty="0" smtClean="0">
                <a:solidFill>
                  <a:srgbClr val="FF0000"/>
                </a:solidFill>
              </a:rPr>
              <a:t>분 미만</a:t>
            </a:r>
            <a:r>
              <a:rPr lang="en-US" altLang="ko-KR" dirty="0" smtClean="0"/>
              <a:t>)</a:t>
            </a:r>
          </a:p>
          <a:p>
            <a:pPr marL="457200" lvl="1" indent="0"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 smtClean="0"/>
              <a:t>기한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일 자정</a:t>
            </a:r>
            <a:endParaRPr lang="en-US" altLang="ko-KR" dirty="0"/>
          </a:p>
          <a:p>
            <a:pPr marL="457200" lvl="1" indent="0">
              <a:buNone/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553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채점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defRPr/>
            </a:pPr>
            <a:r>
              <a:rPr lang="ko-KR" altLang="en-US" dirty="0" smtClean="0"/>
              <a:t>기존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과제</a:t>
            </a:r>
            <a:r>
              <a:rPr lang="en-US" altLang="ko-KR" dirty="0"/>
              <a:t>: </a:t>
            </a:r>
            <a:r>
              <a:rPr lang="ko-KR" altLang="en-US" dirty="0"/>
              <a:t>제출 여부만 검사</a:t>
            </a:r>
            <a:r>
              <a:rPr lang="en-US" altLang="ko-KR" dirty="0"/>
              <a:t>(10)</a:t>
            </a:r>
          </a:p>
          <a:p>
            <a:pPr lvl="2">
              <a:defRPr/>
            </a:pPr>
            <a:r>
              <a:rPr lang="ko-KR" altLang="en-US" dirty="0"/>
              <a:t>첫 번째 과제</a:t>
            </a:r>
            <a:r>
              <a:rPr lang="en-US" altLang="ko-KR" dirty="0"/>
              <a:t>: 2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두 번째 과제</a:t>
            </a:r>
            <a:r>
              <a:rPr lang="en-US" altLang="ko-KR" dirty="0">
                <a:solidFill>
                  <a:srgbClr val="FF0000"/>
                </a:solidFill>
              </a:rPr>
              <a:t>: 4-</a:t>
            </a:r>
            <a:r>
              <a:rPr lang="ko-KR" altLang="en-US" dirty="0">
                <a:solidFill>
                  <a:srgbClr val="FF0000"/>
                </a:solidFill>
              </a:rPr>
              <a:t>검사 예정</a:t>
            </a:r>
            <a:r>
              <a:rPr lang="en-US" altLang="ko-KR" dirty="0">
                <a:solidFill>
                  <a:srgbClr val="FF0000"/>
                </a:solidFill>
              </a:rPr>
              <a:t>(sidebar, Carousel, accordion, </a:t>
            </a:r>
            <a:r>
              <a:rPr lang="ko-KR" altLang="en-US" dirty="0">
                <a:solidFill>
                  <a:srgbClr val="FF0000"/>
                </a:solidFill>
              </a:rPr>
              <a:t>주문 기능 각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2">
              <a:defRPr/>
            </a:pPr>
            <a:r>
              <a:rPr lang="ko-KR" altLang="en-US" dirty="0"/>
              <a:t>세 번째 과제</a:t>
            </a:r>
            <a:r>
              <a:rPr lang="en-US" altLang="ko-KR"/>
              <a:t>: </a:t>
            </a:r>
            <a:r>
              <a:rPr lang="en-US" altLang="ko-KR" smtClean="0"/>
              <a:t>2</a:t>
            </a:r>
            <a:endParaRPr lang="en-US" altLang="ko-KR" dirty="0"/>
          </a:p>
          <a:p>
            <a:pPr lvl="2">
              <a:defRPr/>
            </a:pPr>
            <a:r>
              <a:rPr lang="ko-KR" altLang="en-US" strike="sngStrike" dirty="0"/>
              <a:t>네 번째 과제</a:t>
            </a:r>
            <a:r>
              <a:rPr lang="en-US" altLang="ko-KR" strike="sngStrike" dirty="0"/>
              <a:t>: </a:t>
            </a:r>
            <a:r>
              <a:rPr lang="en-US" altLang="ko-KR" strike="sngStrike" dirty="0" smtClean="0"/>
              <a:t>2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 smtClean="0"/>
              <a:t>수정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과제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두 번째 세 번째 과제 검사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첫 번째 과제</a:t>
            </a:r>
            <a:r>
              <a:rPr lang="en-US" altLang="ko-KR" dirty="0"/>
              <a:t>: 2</a:t>
            </a:r>
          </a:p>
          <a:p>
            <a:pPr lvl="2">
              <a:defRPr/>
            </a:pPr>
            <a:r>
              <a:rPr lang="ko-KR" altLang="en-US" dirty="0"/>
              <a:t>두 번째 과제</a:t>
            </a:r>
            <a:r>
              <a:rPr lang="en-US" altLang="ko-KR" dirty="0"/>
              <a:t>: </a:t>
            </a:r>
            <a:r>
              <a:rPr lang="en-US" altLang="ko-KR" dirty="0" smtClean="0"/>
              <a:t>4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세 번째 과제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en-US" altLang="ko-KR" dirty="0" smtClean="0">
                <a:solidFill>
                  <a:srgbClr val="FF0000"/>
                </a:solidFill>
              </a:rPr>
              <a:t>4(</a:t>
            </a:r>
            <a:r>
              <a:rPr lang="ko-KR" altLang="en-US" dirty="0" smtClean="0">
                <a:solidFill>
                  <a:srgbClr val="FF0000"/>
                </a:solidFill>
              </a:rPr>
              <a:t>쓰기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읽기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수정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삭제 각 </a:t>
            </a:r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r>
              <a:rPr lang="ko-KR" altLang="en-US" dirty="0" smtClean="0">
                <a:solidFill>
                  <a:srgbClr val="FF0000"/>
                </a:solidFill>
              </a:rPr>
              <a:t>점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255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244417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기말고사 및 프로젝트 검사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기말고사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일시</a:t>
            </a:r>
            <a:r>
              <a:rPr lang="en-US" altLang="ko-KR" dirty="0" smtClean="0"/>
              <a:t>: 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오전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시</a:t>
            </a:r>
            <a:r>
              <a:rPr lang="en-US" altLang="ko-KR" dirty="0" smtClean="0"/>
              <a:t>~11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40</a:t>
            </a:r>
            <a:r>
              <a:rPr lang="ko-KR" altLang="en-US" dirty="0" smtClean="0"/>
              <a:t>분</a:t>
            </a:r>
            <a:r>
              <a:rPr lang="en-US" altLang="ko-KR" dirty="0" smtClean="0"/>
              <a:t>)</a:t>
            </a:r>
          </a:p>
          <a:p>
            <a:pPr lvl="0">
              <a:defRPr/>
            </a:pPr>
            <a:r>
              <a:rPr lang="ko-KR" altLang="en-US" dirty="0" smtClean="0"/>
              <a:t>범위</a:t>
            </a: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중간 이후</a:t>
            </a:r>
            <a:r>
              <a:rPr lang="en-US" altLang="ko-KR" dirty="0" smtClean="0"/>
              <a:t>(Servlet)</a:t>
            </a:r>
            <a:r>
              <a:rPr lang="ko-KR" altLang="en-US" dirty="0" smtClean="0"/>
              <a:t>부터 끝까지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웹 어플리케이션 구조 강의 제외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err="1" smtClean="0"/>
              <a:t>elearning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9~12</a:t>
            </a:r>
            <a:r>
              <a:rPr lang="ko-KR" altLang="en-US" dirty="0" smtClean="0"/>
              <a:t>주차 강의 동영상 및 </a:t>
            </a:r>
            <a:r>
              <a:rPr lang="en-US" altLang="ko-KR" dirty="0" err="1" smtClean="0"/>
              <a:t>ppt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</a:pPr>
            <a:r>
              <a:rPr lang="ko-KR" altLang="en-US" dirty="0"/>
              <a:t>유형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단답형 주관식</a:t>
            </a:r>
            <a:r>
              <a:rPr lang="en-US" altLang="ko-KR" dirty="0"/>
              <a:t> 12</a:t>
            </a:r>
            <a:r>
              <a:rPr lang="ko-KR" altLang="en-US" dirty="0"/>
              <a:t>문제 </a:t>
            </a:r>
            <a:r>
              <a:rPr lang="en-US" altLang="ko-KR" dirty="0"/>
              <a:t>(5</a:t>
            </a:r>
            <a:r>
              <a:rPr lang="ko-KR" altLang="en-US" dirty="0"/>
              <a:t>점</a:t>
            </a:r>
            <a:r>
              <a:rPr lang="en-US" altLang="ko-KR" dirty="0"/>
              <a:t>) = 60</a:t>
            </a:r>
            <a:r>
              <a:rPr lang="ko-KR" altLang="en-US" dirty="0"/>
              <a:t>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서술형 주관식 </a:t>
            </a:r>
            <a:r>
              <a:rPr lang="en-US" altLang="ko-KR" dirty="0"/>
              <a:t>4</a:t>
            </a:r>
            <a:r>
              <a:rPr lang="ko-KR" altLang="en-US" dirty="0"/>
              <a:t>문제 </a:t>
            </a:r>
            <a:r>
              <a:rPr lang="en-US" altLang="ko-KR" dirty="0"/>
              <a:t>(10</a:t>
            </a:r>
            <a:r>
              <a:rPr lang="ko-KR" altLang="en-US" dirty="0"/>
              <a:t>점</a:t>
            </a:r>
            <a:r>
              <a:rPr lang="en-US" altLang="ko-KR" dirty="0"/>
              <a:t>)  = 40</a:t>
            </a:r>
            <a:r>
              <a:rPr lang="ko-KR" altLang="en-US" dirty="0" smtClean="0"/>
              <a:t>점</a:t>
            </a:r>
            <a:endParaRPr lang="en-US" altLang="ko-KR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중간고사와 유사하게 핵심 </a:t>
            </a:r>
            <a:r>
              <a:rPr lang="ko-KR" altLang="en-US" dirty="0" err="1" smtClean="0"/>
              <a:t>손코딩</a:t>
            </a:r>
            <a:r>
              <a:rPr lang="ko-KR" altLang="en-US" dirty="0" smtClean="0"/>
              <a:t> 제출</a:t>
            </a:r>
            <a:endParaRPr lang="en-US" altLang="ko-KR" dirty="0"/>
          </a:p>
          <a:p>
            <a:pPr lvl="1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426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 smtClean="0">
                <a:solidFill>
                  <a:srgbClr val="FF0000"/>
                </a:solidFill>
              </a:rPr>
              <a:t>텀</a:t>
            </a:r>
            <a:r>
              <a:rPr lang="ko-KR" altLang="en-US" dirty="0" smtClean="0">
                <a:solidFill>
                  <a:srgbClr val="FF0000"/>
                </a:solidFill>
              </a:rPr>
              <a:t> 프로젝트 검사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일시</a:t>
            </a:r>
            <a:r>
              <a:rPr lang="en-US" altLang="ko-KR" dirty="0" smtClean="0"/>
              <a:t>: 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19</a:t>
            </a:r>
            <a:r>
              <a:rPr lang="ko-KR" altLang="en-US" dirty="0" smtClean="0"/>
              <a:t>일 금요일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타 시험 일정에 따라 변경 가능</a:t>
            </a:r>
            <a:r>
              <a:rPr lang="en-US" altLang="ko-KR" dirty="0" smtClean="0"/>
              <a:t>)</a:t>
            </a:r>
          </a:p>
          <a:p>
            <a:pPr lvl="0">
              <a:defRPr/>
            </a:pPr>
            <a:r>
              <a:rPr lang="ko-KR" altLang="en-US" dirty="0" smtClean="0"/>
              <a:t>검사 방식</a:t>
            </a:r>
            <a:r>
              <a:rPr lang="en-US" altLang="ko-KR" dirty="0" smtClean="0"/>
              <a:t>: </a:t>
            </a:r>
            <a:r>
              <a:rPr lang="ko-KR" altLang="en-US" dirty="0" smtClean="0"/>
              <a:t>대면</a:t>
            </a:r>
            <a:r>
              <a:rPr lang="en-US" altLang="ko-KR" dirty="0" smtClean="0"/>
              <a:t>(</a:t>
            </a:r>
            <a:r>
              <a:rPr lang="ko-KR" altLang="en-US" dirty="0" smtClean="0"/>
              <a:t>코로나 상황에 따라 변경 가능</a:t>
            </a:r>
            <a:r>
              <a:rPr lang="en-US" altLang="ko-KR" dirty="0" smtClean="0"/>
              <a:t>)</a:t>
            </a:r>
          </a:p>
          <a:p>
            <a:pPr lvl="0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 smtClean="0"/>
          </a:p>
          <a:p>
            <a:pPr lvl="1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858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11180</TotalTime>
  <Words>302</Words>
  <Application>Microsoft Office PowerPoint</Application>
  <PresentationFormat>와이드스크린</PresentationFormat>
  <Paragraphs>48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Wingdings</vt:lpstr>
      <vt:lpstr>Office 테마</vt:lpstr>
      <vt:lpstr>MVC기반 게시판 과제</vt:lpstr>
      <vt:lpstr>과제 내용</vt:lpstr>
      <vt:lpstr>채점</vt:lpstr>
      <vt:lpstr>기말고사 및 프로젝트 검사</vt:lpstr>
      <vt:lpstr>기말고사</vt:lpstr>
      <vt:lpstr>텀 프로젝트 검사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3760</cp:revision>
  <cp:lastPrinted>2020-07-17T07:14:23Z</cp:lastPrinted>
  <dcterms:created xsi:type="dcterms:W3CDTF">2020-03-06T01:35:43Z</dcterms:created>
  <dcterms:modified xsi:type="dcterms:W3CDTF">2021-05-27T06:36:45Z</dcterms:modified>
  <cp:version>1000.0000.01</cp:version>
</cp:coreProperties>
</file>