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1" r:id="rId2"/>
    <p:sldId id="258" r:id="rId3"/>
    <p:sldId id="299" r:id="rId4"/>
    <p:sldId id="300" r:id="rId5"/>
    <p:sldId id="301" r:id="rId6"/>
    <p:sldId id="302" r:id="rId7"/>
    <p:sldId id="304" r:id="rId8"/>
    <p:sldId id="30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7089" autoAdjust="0"/>
  </p:normalViewPr>
  <p:slideViewPr>
    <p:cSldViewPr snapToGrid="0">
      <p:cViewPr varScale="1">
        <p:scale>
          <a:sx n="113" d="100"/>
          <a:sy n="113" d="100"/>
        </p:scale>
        <p:origin x="510" y="2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28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00F24-2F2C-4A97-981C-1E963346EDFE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D3BBD-8082-4F22-BF97-79DAAE6B71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971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A33AE-73A9-494F-AF01-8CD904FD5B90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5D963-5B41-49FB-95AA-72F09DED3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20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5D963-5B41-49FB-95AA-72F09DED3BA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99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617538"/>
            <a:ext cx="7410450" cy="839787"/>
          </a:xfrm>
        </p:spPr>
        <p:txBody>
          <a:bodyPr anchor="b">
            <a:normAutofit/>
          </a:bodyPr>
          <a:lstStyle>
            <a:lvl1pPr algn="ctr">
              <a:defRPr sz="48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956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46940" y="153307"/>
            <a:ext cx="9091189" cy="66758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2437" y="1014196"/>
            <a:ext cx="11240193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53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77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48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79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0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3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4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70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7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7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04709" y="236469"/>
            <a:ext cx="9091189" cy="667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439" y="1041356"/>
            <a:ext cx="112401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3C23F-80D8-41F7-A602-5BAA4D96D6F7}" type="datetimeFigureOut">
              <a:rPr lang="ko-KR" altLang="en-US" smtClean="0"/>
              <a:t>2020-04-10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B3D82-6858-4110-8EC7-8437F1027B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1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96342" y="733916"/>
            <a:ext cx="7410450" cy="1579124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태그 관련 과제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239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6" y="1216323"/>
            <a:ext cx="3921007" cy="4150561"/>
          </a:xfrm>
          <a:prstGeom prst="rect">
            <a:avLst/>
          </a:prstGeom>
        </p:spPr>
      </p:pic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10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25475" y="799350"/>
            <a:ext cx="1527982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1. index.html</a:t>
            </a:r>
            <a:endParaRPr 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4"/>
          <a:srcRect r="476"/>
          <a:stretch/>
        </p:blipFill>
        <p:spPr>
          <a:xfrm>
            <a:off x="6487065" y="42443"/>
            <a:ext cx="3838754" cy="312428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rcRect b="32680"/>
          <a:stretch/>
        </p:blipFill>
        <p:spPr>
          <a:xfrm>
            <a:off x="6487065" y="3505091"/>
            <a:ext cx="3230907" cy="2569840"/>
          </a:xfrm>
          <a:prstGeom prst="rect">
            <a:avLst/>
          </a:prstGeom>
        </p:spPr>
      </p:pic>
      <p:cxnSp>
        <p:nvCxnSpPr>
          <p:cNvPr id="23" name="꺾인 연결선 22"/>
          <p:cNvCxnSpPr/>
          <p:nvPr/>
        </p:nvCxnSpPr>
        <p:spPr>
          <a:xfrm>
            <a:off x="3023618" y="1423356"/>
            <a:ext cx="3463447" cy="1812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39" idx="2"/>
            <a:endCxn id="19" idx="1"/>
          </p:cNvCxnSpPr>
          <p:nvPr/>
        </p:nvCxnSpPr>
        <p:spPr>
          <a:xfrm rot="5400000" flipH="1" flipV="1">
            <a:off x="3517534" y="2249450"/>
            <a:ext cx="428969" cy="5510092"/>
          </a:xfrm>
          <a:prstGeom prst="bentConnector4">
            <a:avLst>
              <a:gd name="adj1" fmla="val -53291"/>
              <a:gd name="adj2" fmla="val 628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815985" y="49439"/>
            <a:ext cx="1728102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2. register.html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9095660" y="5890265"/>
            <a:ext cx="1508811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3. order.html</a:t>
            </a:r>
            <a:endParaRPr 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340806" y="3467821"/>
            <a:ext cx="1272333" cy="175115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296112" y="6319234"/>
            <a:ext cx="2634054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총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개의 페이지를 작성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393753" y="864243"/>
            <a:ext cx="2215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href</a:t>
            </a:r>
            <a:r>
              <a:rPr lang="en-US" dirty="0" smtClean="0"/>
              <a:t>=“register.html”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90083" y="5534298"/>
            <a:ext cx="199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href</a:t>
            </a:r>
            <a:r>
              <a:rPr lang="en-US" dirty="0" smtClean="0"/>
              <a:t>=“order.html”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51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434" y="691798"/>
            <a:ext cx="5338257" cy="5650783"/>
          </a:xfrm>
          <a:prstGeom prst="rect">
            <a:avLst/>
          </a:prstGeom>
        </p:spPr>
      </p:pic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10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2784955" y="10086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2937355" y="25326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793143" y="100865"/>
            <a:ext cx="1268296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index.html</a:t>
            </a:r>
            <a:endParaRPr 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2683624" y="3796529"/>
            <a:ext cx="1784860" cy="238951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788993" y="3675763"/>
            <a:ext cx="3181961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item.jpg</a:t>
            </a:r>
            <a:r>
              <a:rPr lang="ko-KR" altLang="en-US" dirty="0" smtClean="0"/>
              <a:t>파일</a:t>
            </a:r>
            <a:r>
              <a:rPr lang="en-US" altLang="ko-KR" dirty="0" smtClean="0"/>
              <a:t>(</a:t>
            </a:r>
            <a:r>
              <a:rPr lang="ko-KR" altLang="en-US" dirty="0" smtClean="0"/>
              <a:t>크기 변경 없음</a:t>
            </a:r>
            <a:r>
              <a:rPr lang="en-US" altLang="ko-KR" dirty="0" smtClean="0"/>
              <a:t>)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670550" y="6228935"/>
            <a:ext cx="1797094" cy="584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dirty="0" err="1" smtClean="0"/>
              <a:t>usemap</a:t>
            </a:r>
            <a:r>
              <a:rPr lang="ko-KR" altLang="en-US" sz="1600" dirty="0" smtClean="0"/>
              <a:t>사용</a:t>
            </a:r>
            <a:endParaRPr lang="en-US" altLang="ko-KR" sz="1600" dirty="0" smtClean="0"/>
          </a:p>
          <a:p>
            <a:pPr algn="ctr"/>
            <a:r>
              <a:rPr lang="en-US" sz="1600" dirty="0" err="1" smtClean="0"/>
              <a:t>href</a:t>
            </a:r>
            <a:r>
              <a:rPr lang="en-US" sz="1600" dirty="0" smtClean="0"/>
              <a:t>=“order.html”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4414376" y="1809338"/>
            <a:ext cx="764954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dirty="0" err="1" smtClean="0"/>
              <a:t>ul</a:t>
            </a:r>
            <a:r>
              <a:rPr lang="ko-KR" altLang="en-US" sz="1600" dirty="0" smtClean="0"/>
              <a:t>사용</a:t>
            </a:r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96356" y="691798"/>
            <a:ext cx="2220480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dirty="0" smtClean="0"/>
              <a:t>logo_coupang.png</a:t>
            </a:r>
          </a:p>
          <a:p>
            <a:r>
              <a:rPr lang="ko-KR" altLang="en-US" sz="1600" dirty="0" smtClean="0"/>
              <a:t>폭</a:t>
            </a:r>
            <a:r>
              <a:rPr lang="en-US" altLang="ko-KR" sz="1600" dirty="0" smtClean="0"/>
              <a:t>:150px</a:t>
            </a:r>
          </a:p>
          <a:p>
            <a:r>
              <a:rPr lang="ko-KR" altLang="en-US" sz="1600" dirty="0" smtClean="0"/>
              <a:t>높이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폭의 비율에 맞게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4998427" y="297147"/>
            <a:ext cx="4342471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dirty="0" smtClean="0"/>
              <a:t>form</a:t>
            </a:r>
            <a:r>
              <a:rPr lang="ko-KR" altLang="en-US" sz="1600" dirty="0" smtClean="0"/>
              <a:t>태그 안이 아니라도 </a:t>
            </a:r>
            <a:r>
              <a:rPr lang="en-US" altLang="ko-KR" sz="1600" dirty="0" smtClean="0"/>
              <a:t>input</a:t>
            </a:r>
            <a:r>
              <a:rPr lang="ko-KR" altLang="en-US" sz="1600" dirty="0" smtClean="0"/>
              <a:t>태그 사용 가능</a:t>
            </a:r>
            <a:endParaRPr lang="en-US" sz="1600" dirty="0"/>
          </a:p>
        </p:txBody>
      </p:sp>
      <p:cxnSp>
        <p:nvCxnSpPr>
          <p:cNvPr id="24" name="꺾인 연결선 23"/>
          <p:cNvCxnSpPr>
            <a:endCxn id="22" idx="2"/>
          </p:cNvCxnSpPr>
          <p:nvPr/>
        </p:nvCxnSpPr>
        <p:spPr>
          <a:xfrm flipV="1">
            <a:off x="4666890" y="635701"/>
            <a:ext cx="2502773" cy="1479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666890" y="783608"/>
            <a:ext cx="0" cy="88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62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89" y="1079040"/>
            <a:ext cx="6757501" cy="5450000"/>
          </a:xfrm>
          <a:prstGeom prst="rect">
            <a:avLst/>
          </a:prstGeom>
        </p:spPr>
      </p:pic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10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24189" y="40475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12690" y="-2796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565090" y="-1272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672376" y="83612"/>
            <a:ext cx="1468415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register.html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232" y="254690"/>
            <a:ext cx="5591211" cy="584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회원가입 </a:t>
            </a:r>
            <a:r>
              <a:rPr lang="en-US" altLang="ko-KR" sz="1600" dirty="0" smtClean="0"/>
              <a:t>form</a:t>
            </a:r>
            <a:r>
              <a:rPr lang="ko-KR" altLang="en-US" sz="1600" dirty="0" smtClean="0"/>
              <a:t>은 각 </a:t>
            </a:r>
            <a:r>
              <a:rPr lang="ko-KR" altLang="en-US" sz="1600" dirty="0" smtClean="0">
                <a:solidFill>
                  <a:srgbClr val="0000FF"/>
                </a:solidFill>
              </a:rPr>
              <a:t>입력의 특성에 맞는 </a:t>
            </a:r>
            <a:r>
              <a:rPr lang="en-US" altLang="ko-KR" sz="1600" dirty="0" smtClean="0">
                <a:solidFill>
                  <a:srgbClr val="0000FF"/>
                </a:solidFill>
              </a:rPr>
              <a:t>input type</a:t>
            </a:r>
            <a:r>
              <a:rPr lang="ko-KR" altLang="en-US" sz="1600" dirty="0" smtClean="0">
                <a:solidFill>
                  <a:srgbClr val="0000FF"/>
                </a:solidFill>
              </a:rPr>
              <a:t>적용</a:t>
            </a:r>
            <a:endParaRPr lang="en-US" altLang="ko-KR" sz="1600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로그인 정보는 </a:t>
            </a:r>
            <a:r>
              <a:rPr lang="ko-KR" altLang="en-US" sz="1600" dirty="0" smtClean="0">
                <a:solidFill>
                  <a:srgbClr val="0000FF"/>
                </a:solidFill>
              </a:rPr>
              <a:t>반드시 작성하도록 속성 정의</a:t>
            </a:r>
            <a:endParaRPr lang="en-US" sz="1600" dirty="0">
              <a:solidFill>
                <a:srgbClr val="0000FF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2710"/>
          <a:stretch/>
        </p:blipFill>
        <p:spPr>
          <a:xfrm>
            <a:off x="7518230" y="3276172"/>
            <a:ext cx="735375" cy="1615005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>
            <a:off x="1587257" y="4106172"/>
            <a:ext cx="5848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13136" y="3777680"/>
            <a:ext cx="1425390" cy="27699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둘 중 하나만 선택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3093888" y="5543225"/>
            <a:ext cx="1162498" cy="27699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다중선택</a:t>
            </a:r>
            <a:r>
              <a:rPr lang="ko-KR" altLang="en-US" sz="1200" dirty="0" smtClean="0"/>
              <a:t> 가능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5175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89" y="177590"/>
            <a:ext cx="5342917" cy="6610474"/>
          </a:xfrm>
          <a:prstGeom prst="rect">
            <a:avLst/>
          </a:prstGeom>
        </p:spPr>
      </p:pic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12690" y="-2796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565090" y="-1272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672376" y="83612"/>
            <a:ext cx="1249125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order.html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419271" y="6520617"/>
            <a:ext cx="1524776" cy="27699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테이블에 캡션 넣기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971195" y="3839299"/>
            <a:ext cx="785793" cy="27699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총 </a:t>
            </a:r>
            <a:r>
              <a:rPr lang="en-US" altLang="ko-KR" sz="1200" dirty="0" smtClean="0"/>
              <a:t>4</a:t>
            </a:r>
            <a:r>
              <a:rPr lang="ko-KR" altLang="en-US" sz="1200" dirty="0" smtClean="0"/>
              <a:t>단계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1772791" y="2154278"/>
            <a:ext cx="3140603" cy="27699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배송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교환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반품은 페이지 내에서 </a:t>
            </a:r>
            <a:r>
              <a:rPr lang="ko-KR" altLang="en-US" sz="1200" dirty="0" smtClean="0">
                <a:solidFill>
                  <a:srgbClr val="FF0000"/>
                </a:solidFill>
              </a:rPr>
              <a:t>앵커 사용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30699" y="302049"/>
            <a:ext cx="2502608" cy="27699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제목크기는</a:t>
            </a:r>
            <a:r>
              <a:rPr lang="ko-KR" altLang="en-US" sz="1200" dirty="0" smtClean="0"/>
              <a:t> 스스로 적당히 정하기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7996687" y="519309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 smtClean="0"/>
              <a:t>계속</a:t>
            </a:r>
            <a:endParaRPr lang="en-US" sz="5400" dirty="0"/>
          </a:p>
        </p:txBody>
      </p:sp>
      <p:cxnSp>
        <p:nvCxnSpPr>
          <p:cNvPr id="11" name="직선 화살표 연결선 10"/>
          <p:cNvCxnSpPr>
            <a:stCxn id="6" idx="2"/>
          </p:cNvCxnSpPr>
          <p:nvPr/>
        </p:nvCxnSpPr>
        <p:spPr>
          <a:xfrm>
            <a:off x="8781517" y="6116429"/>
            <a:ext cx="174" cy="6466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79105" y="5193099"/>
            <a:ext cx="1853392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/>
              <a:t>2</a:t>
            </a:r>
            <a:r>
              <a:rPr lang="ko-KR" altLang="en-US" sz="1200" dirty="0" err="1" smtClean="0"/>
              <a:t>행까지를</a:t>
            </a:r>
            <a:r>
              <a:rPr lang="ko-KR" altLang="en-US" sz="1200" dirty="0" smtClean="0"/>
              <a:t> </a:t>
            </a:r>
            <a:r>
              <a:rPr lang="en-US" altLang="ko-KR" sz="1200" dirty="0" err="1" smtClean="0"/>
              <a:t>thead</a:t>
            </a:r>
            <a:r>
              <a:rPr lang="ko-KR" altLang="en-US" sz="1200" dirty="0" smtClean="0"/>
              <a:t>로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묶고</a:t>
            </a:r>
            <a:endParaRPr lang="en-US" altLang="ko-KR" sz="1200" dirty="0" smtClean="0"/>
          </a:p>
          <a:p>
            <a:r>
              <a:rPr lang="ko-KR" altLang="en-US" sz="1200" dirty="0" smtClean="0"/>
              <a:t>색을 </a:t>
            </a:r>
            <a:r>
              <a:rPr lang="en-US" altLang="ko-KR" sz="1200" dirty="0" err="1" smtClean="0"/>
              <a:t>cadetblue</a:t>
            </a:r>
            <a:r>
              <a:rPr lang="ko-KR" altLang="en-US" sz="1200" dirty="0" smtClean="0"/>
              <a:t>로 설정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1985574" y="3430985"/>
            <a:ext cx="3228769" cy="27699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/>
              <a:t>1</a:t>
            </a:r>
            <a:r>
              <a:rPr lang="ko-KR" altLang="en-US" sz="1200" dirty="0" smtClean="0"/>
              <a:t>부터 </a:t>
            </a:r>
            <a:r>
              <a:rPr lang="en-US" altLang="ko-KR" sz="1200" dirty="0" smtClean="0"/>
              <a:t>10 </a:t>
            </a:r>
            <a:r>
              <a:rPr lang="ko-KR" altLang="en-US" sz="1200" dirty="0" smtClean="0"/>
              <a:t>사이의 숫자를 선택하는 </a:t>
            </a:r>
            <a:r>
              <a:rPr lang="ko-KR" altLang="en-US" sz="1200" dirty="0" err="1" smtClean="0"/>
              <a:t>스핀박스</a:t>
            </a:r>
            <a:r>
              <a:rPr lang="ko-KR" altLang="en-US" sz="1200" dirty="0" smtClean="0"/>
              <a:t> 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5726563" y="1076208"/>
            <a:ext cx="1316386" cy="27699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 smtClean="0"/>
              <a:t>수평선으로 구분</a:t>
            </a:r>
            <a:endParaRPr lang="en-US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5868785" y="2094807"/>
            <a:ext cx="5229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배송</a:t>
            </a:r>
            <a:r>
              <a:rPr lang="en-US" altLang="ko-KR" dirty="0" smtClean="0"/>
              <a:t>/</a:t>
            </a:r>
            <a:r>
              <a:rPr lang="ko-KR" altLang="en-US" dirty="0" smtClean="0"/>
              <a:t>교환</a:t>
            </a:r>
            <a:r>
              <a:rPr lang="en-US" altLang="ko-KR" dirty="0" smtClean="0"/>
              <a:t>/</a:t>
            </a:r>
            <a:r>
              <a:rPr lang="ko-KR" altLang="en-US" dirty="0" smtClean="0"/>
              <a:t>반품을 클릭하면 다음페이지에 나오는</a:t>
            </a:r>
            <a:endParaRPr lang="en-US" altLang="ko-KR" dirty="0" smtClean="0"/>
          </a:p>
          <a:p>
            <a:r>
              <a:rPr lang="ko-KR" altLang="en-US" dirty="0"/>
              <a:t>배송</a:t>
            </a:r>
            <a:r>
              <a:rPr lang="en-US" altLang="ko-KR" dirty="0"/>
              <a:t>/</a:t>
            </a:r>
            <a:r>
              <a:rPr lang="ko-KR" altLang="en-US" dirty="0"/>
              <a:t>교환</a:t>
            </a:r>
            <a:r>
              <a:rPr lang="en-US" altLang="ko-KR" dirty="0"/>
              <a:t>/</a:t>
            </a:r>
            <a:r>
              <a:rPr lang="ko-KR" altLang="en-US" dirty="0" smtClean="0"/>
              <a:t>반품 항목으로 이동</a:t>
            </a:r>
            <a:endParaRPr lang="en-US" altLang="ko-KR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9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8" y="1555289"/>
            <a:ext cx="4481813" cy="3380000"/>
          </a:xfrm>
          <a:prstGeom prst="rect">
            <a:avLst/>
          </a:prstGeom>
        </p:spPr>
      </p:pic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12690" y="-2796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565090" y="-1272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672376" y="83612"/>
            <a:ext cx="1249125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order.html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554642" y="2968290"/>
            <a:ext cx="2175596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600" dirty="0" smtClean="0"/>
              <a:t>상품문의 내용은 없음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4277713" y="2120027"/>
            <a:ext cx="1765227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600" dirty="0" smtClean="0"/>
              <a:t>인용문 태그 사용</a:t>
            </a:r>
            <a:endParaRPr lang="en-US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4775444" y="4524384"/>
            <a:ext cx="769763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600" dirty="0" err="1" smtClean="0"/>
              <a:t>ol</a:t>
            </a:r>
            <a:r>
              <a:rPr lang="ko-KR" altLang="en-US" sz="1600" dirty="0" smtClean="0"/>
              <a:t>사용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1872677" y="3658869"/>
            <a:ext cx="1487908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600" dirty="0" err="1" smtClean="0">
                <a:solidFill>
                  <a:srgbClr val="FF0000"/>
                </a:solidFill>
              </a:rPr>
              <a:t>앵커이동</a:t>
            </a:r>
            <a:r>
              <a:rPr lang="ko-KR" altLang="en-US" sz="1600" dirty="0" smtClean="0">
                <a:solidFill>
                  <a:srgbClr val="FF0000"/>
                </a:solidFill>
              </a:rPr>
              <a:t> 위치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22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12690" y="-2796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565090" y="-1272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024176" y="122534"/>
            <a:ext cx="2648546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order.html </a:t>
            </a:r>
            <a:r>
              <a:rPr lang="ko-KR" altLang="en-US" dirty="0" smtClean="0"/>
              <a:t>한눈에 보기</a:t>
            </a:r>
            <a:endParaRPr 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90" y="83612"/>
            <a:ext cx="4965645" cy="659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8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8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4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412690" y="-2796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6" descr="ì´ê² pcë°©ì´ë¤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565090" y="-12721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20675" y="626163"/>
            <a:ext cx="107987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latinLnBrk="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prstClr val="black"/>
                </a:solidFill>
              </a:rPr>
              <a:t>과제 </a:t>
            </a:r>
            <a:r>
              <a:rPr lang="ko-KR" altLang="en-US" sz="2800" dirty="0" smtClean="0">
                <a:solidFill>
                  <a:prstClr val="black"/>
                </a:solidFill>
              </a:rPr>
              <a:t>제출 방법</a:t>
            </a:r>
            <a:endParaRPr lang="en-US" altLang="ko-KR" sz="2800" dirty="0" smtClean="0">
              <a:solidFill>
                <a:prstClr val="black"/>
              </a:solidFill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prstClr val="black"/>
                </a:solidFill>
              </a:rPr>
              <a:t>3</a:t>
            </a:r>
            <a:r>
              <a:rPr lang="ko-KR" altLang="en-US" sz="2400" dirty="0">
                <a:solidFill>
                  <a:prstClr val="black"/>
                </a:solidFill>
              </a:rPr>
              <a:t>개의 파일을 압축하여 압축파일 </a:t>
            </a:r>
            <a:r>
              <a:rPr lang="ko-KR" altLang="en-US" sz="2400" dirty="0" smtClean="0">
                <a:solidFill>
                  <a:prstClr val="black"/>
                </a:solidFill>
              </a:rPr>
              <a:t>이름을 </a:t>
            </a:r>
            <a:r>
              <a:rPr lang="ko-KR" altLang="en-US" sz="2400" dirty="0" smtClean="0">
                <a:solidFill>
                  <a:srgbClr val="0000FF"/>
                </a:solidFill>
              </a:rPr>
              <a:t>학번</a:t>
            </a:r>
            <a:r>
              <a:rPr lang="en-US" altLang="ko-KR" sz="2400" dirty="0">
                <a:solidFill>
                  <a:srgbClr val="0000FF"/>
                </a:solidFill>
              </a:rPr>
              <a:t>_</a:t>
            </a:r>
            <a:r>
              <a:rPr lang="ko-KR" altLang="en-US" sz="2400" dirty="0" smtClean="0">
                <a:solidFill>
                  <a:srgbClr val="0000FF"/>
                </a:solidFill>
              </a:rPr>
              <a:t>이름</a:t>
            </a:r>
            <a:r>
              <a:rPr lang="ko-KR" altLang="en-US" sz="2400" dirty="0" smtClean="0">
                <a:solidFill>
                  <a:prstClr val="black"/>
                </a:solidFill>
              </a:rPr>
              <a:t>으로 </a:t>
            </a:r>
            <a:r>
              <a:rPr lang="ko-KR" altLang="en-US" sz="2400" dirty="0">
                <a:solidFill>
                  <a:prstClr val="black"/>
                </a:solidFill>
              </a:rPr>
              <a:t>변경 후 </a:t>
            </a:r>
            <a:r>
              <a:rPr lang="ko-KR" altLang="en-US" sz="2400" dirty="0" smtClean="0">
                <a:solidFill>
                  <a:prstClr val="black"/>
                </a:solidFill>
              </a:rPr>
              <a:t>과제 게시판에 제출</a:t>
            </a:r>
            <a:endParaRPr lang="en-US" altLang="ko-KR" sz="2400" dirty="0" smtClean="0">
              <a:solidFill>
                <a:prstClr val="black"/>
              </a:solidFill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</a:pPr>
            <a:endParaRPr lang="ko-KR" alt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78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웹표준정석-2016" id="{8A777310-936F-4A84-B367-80ED03D4C92B}" vid="{5F637632-B73A-4905-8B9C-DA0CC854672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5425</TotalTime>
  <Words>167</Words>
  <Application>Microsoft Office PowerPoint</Application>
  <PresentationFormat>와이드스크린</PresentationFormat>
  <Paragraphs>42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태그 관련 과제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HTML이란 무엇일까?</dc:title>
  <dc:creator>Kyunghee Ko</dc:creator>
  <cp:lastModifiedBy>user</cp:lastModifiedBy>
  <cp:revision>578</cp:revision>
  <dcterms:created xsi:type="dcterms:W3CDTF">2016-12-02T05:48:21Z</dcterms:created>
  <dcterms:modified xsi:type="dcterms:W3CDTF">2020-04-10T09:56:10Z</dcterms:modified>
</cp:coreProperties>
</file>