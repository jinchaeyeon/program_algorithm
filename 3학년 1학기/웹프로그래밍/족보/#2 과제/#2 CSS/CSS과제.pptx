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05" autoAdjust="0"/>
  </p:normalViewPr>
  <p:slideViewPr>
    <p:cSldViewPr snapToGrid="0">
      <p:cViewPr varScale="1">
        <p:scale>
          <a:sx n="95" d="100"/>
          <a:sy n="95" d="100"/>
        </p:scale>
        <p:origin x="1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72847-0077-47F2-96CA-867FE947F913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15218-BA98-443E-9C0D-FE614CE09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57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15218-BA98-443E-9C0D-FE614CE099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55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9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1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0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4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0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7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6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02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3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0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35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D4EA4-E00E-4444-A533-02C2D71B5815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51610-A586-4A55-97D9-E9A0D82E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6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cs.kumoh.ac.kr/cs/sub0101.d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1533" y="798736"/>
            <a:ext cx="1096334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/>
              <a:t>웹사이트 </a:t>
            </a:r>
            <a:r>
              <a:rPr lang="ko-KR" altLang="en-US" sz="2800" dirty="0" smtClean="0"/>
              <a:t> </a:t>
            </a:r>
            <a:r>
              <a:rPr lang="en-US" altLang="ko-KR" sz="2800" dirty="0" smtClean="0">
                <a:hlinkClick r:id="rId2"/>
              </a:rPr>
              <a:t>http</a:t>
            </a:r>
            <a:r>
              <a:rPr lang="en-US" altLang="ko-KR" sz="2800" dirty="0">
                <a:hlinkClick r:id="rId2"/>
              </a:rPr>
              <a:t>://</a:t>
            </a:r>
            <a:r>
              <a:rPr lang="en-US" altLang="ko-KR" sz="2800" dirty="0" smtClean="0">
                <a:hlinkClick r:id="rId2"/>
              </a:rPr>
              <a:t>cs.kumoh.ac.kr/cs/sub0101.do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를 </a:t>
            </a:r>
            <a:r>
              <a:rPr lang="ko-KR" altLang="en-US" sz="2800" dirty="0" smtClean="0"/>
              <a:t>참고</a:t>
            </a:r>
            <a:r>
              <a:rPr lang="ko-KR" altLang="en-US" sz="2800" dirty="0" smtClean="0"/>
              <a:t>하여 최대한 유사하기 만들어보기</a:t>
            </a:r>
            <a:endParaRPr lang="en-US" altLang="ko-KR" sz="28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/>
              <a:t>학과 홈페이지 </a:t>
            </a:r>
            <a:r>
              <a:rPr lang="en-US" altLang="ko-KR" sz="2800" dirty="0"/>
              <a:t>HTML</a:t>
            </a:r>
            <a:r>
              <a:rPr lang="ko-KR" altLang="en-US" sz="2800" dirty="0"/>
              <a:t>과 </a:t>
            </a:r>
            <a:r>
              <a:rPr lang="en-US" altLang="ko-KR" sz="2800" dirty="0"/>
              <a:t>CSS</a:t>
            </a:r>
            <a:r>
              <a:rPr lang="ko-KR" altLang="en-US" sz="2800" dirty="0"/>
              <a:t>를 </a:t>
            </a:r>
            <a:r>
              <a:rPr lang="ko-KR" altLang="en-US" sz="2800" dirty="0" err="1" smtClean="0"/>
              <a:t>적극참조</a:t>
            </a:r>
            <a:endParaRPr lang="en-US" altLang="ko-KR" sz="28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 smtClean="0"/>
              <a:t>글자크기</a:t>
            </a:r>
            <a:r>
              <a:rPr lang="en-US" altLang="ko-KR" sz="2800" dirty="0" smtClean="0"/>
              <a:t>, padding, margin</a:t>
            </a:r>
            <a:r>
              <a:rPr lang="ko-KR" altLang="en-US" sz="2800" dirty="0" smtClean="0"/>
              <a:t>은 </a:t>
            </a:r>
            <a:r>
              <a:rPr lang="ko-KR" altLang="en-US" sz="2800" dirty="0" smtClean="0"/>
              <a:t>적절히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이것을 일일이 정해줄 순 없겠네요</a:t>
            </a:r>
            <a:r>
              <a:rPr lang="en-US" altLang="ko-KR" sz="2800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 smtClean="0"/>
              <a:t>다만 반드시 </a:t>
            </a:r>
            <a:r>
              <a:rPr lang="ko-KR" altLang="en-US" sz="2800" dirty="0" err="1" smtClean="0"/>
              <a:t>구현해보길</a:t>
            </a:r>
            <a:r>
              <a:rPr lang="ko-KR" altLang="en-US" sz="2800" dirty="0" smtClean="0"/>
              <a:t> 권장하는 기능들은 최대한 </a:t>
            </a:r>
            <a:r>
              <a:rPr lang="ko-KR" altLang="en-US" sz="2800" dirty="0" err="1" smtClean="0"/>
              <a:t>구현해보기</a:t>
            </a:r>
            <a:endParaRPr lang="en-US" altLang="ko-KR" sz="28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 smtClean="0"/>
              <a:t>페이지 안에 채워져야 할 내용은 </a:t>
            </a:r>
            <a:r>
              <a:rPr lang="ko-KR" altLang="en-US" sz="2800" dirty="0" smtClean="0"/>
              <a:t>복</a:t>
            </a:r>
            <a:r>
              <a:rPr lang="en-US" altLang="ko-KR" sz="2800" dirty="0"/>
              <a:t>+</a:t>
            </a:r>
            <a:r>
              <a:rPr lang="ko-KR" altLang="en-US" sz="2800" dirty="0" smtClean="0"/>
              <a:t>붙</a:t>
            </a:r>
            <a:endParaRPr lang="en-US" altLang="ko-KR" sz="2800" dirty="0" smtClean="0"/>
          </a:p>
        </p:txBody>
      </p:sp>
    </p:spTree>
    <p:extLst>
      <p:ext uri="{BB962C8B-B14F-4D97-AF65-F5344CB8AC3E}">
        <p14:creationId xmlns:p14="http://schemas.microsoft.com/office/powerpoint/2010/main" val="231345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21233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8752" y="223463"/>
            <a:ext cx="1397000" cy="355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217455" y="551072"/>
            <a:ext cx="2970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 smtClean="0">
                <a:effectLst/>
                <a:latin typeface="Consolas" panose="020B0609020204030204" pitchFamily="49" charset="0"/>
              </a:rPr>
              <a:t>logo.png" width="170px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44498" y="1248013"/>
            <a:ext cx="26727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 smtClean="0">
                <a:solidFill>
                  <a:schemeClr val="bg1"/>
                </a:solidFill>
              </a:rPr>
              <a:t>배경 이미지</a:t>
            </a:r>
            <a:r>
              <a:rPr lang="en-US" sz="2400" dirty="0" smtClean="0">
                <a:solidFill>
                  <a:schemeClr val="bg1"/>
                </a:solidFill>
              </a:rPr>
              <a:t>top.jpg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579258" y="3753545"/>
            <a:ext cx="281991" cy="355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/>
          <p:cNvSpPr/>
          <p:nvPr/>
        </p:nvSpPr>
        <p:spPr>
          <a:xfrm>
            <a:off x="3687667" y="4755893"/>
            <a:ext cx="891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bul.png</a:t>
            </a:r>
            <a:endParaRPr lang="en-US" dirty="0"/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4152122" y="4109145"/>
            <a:ext cx="427136" cy="668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1892041" y="2540564"/>
            <a:ext cx="9267371" cy="2861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직사각형 15"/>
          <p:cNvSpPr/>
          <p:nvPr/>
        </p:nvSpPr>
        <p:spPr>
          <a:xfrm>
            <a:off x="0" y="3242058"/>
            <a:ext cx="2412840" cy="135421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가운데 정렬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창의 크기가 커질수록</a:t>
            </a:r>
            <a:endParaRPr lang="en-US" altLang="ko-KR" sz="1600" dirty="0" smtClean="0"/>
          </a:p>
          <a:p>
            <a:r>
              <a:rPr lang="ko-KR" altLang="en-US" sz="1600" dirty="0" smtClean="0"/>
              <a:t>      비례하여 증가하되</a:t>
            </a:r>
            <a:endParaRPr lang="en-US" altLang="ko-KR" sz="1600" dirty="0" smtClean="0"/>
          </a:p>
          <a:p>
            <a:r>
              <a:rPr lang="en-US" altLang="ko-KR" sz="1600" dirty="0" smtClean="0">
                <a:solidFill>
                  <a:srgbClr val="000099"/>
                </a:solidFill>
              </a:rPr>
              <a:t>     1100px</a:t>
            </a:r>
            <a:r>
              <a:rPr lang="ko-KR" altLang="en-US" sz="1600" dirty="0" smtClean="0">
                <a:solidFill>
                  <a:srgbClr val="000099"/>
                </a:solidFill>
              </a:rPr>
              <a:t>이상이 될 경우</a:t>
            </a:r>
            <a:endParaRPr lang="en-US" altLang="ko-KR" sz="1600" dirty="0" smtClean="0">
              <a:solidFill>
                <a:srgbClr val="000099"/>
              </a:solidFill>
            </a:endParaRPr>
          </a:p>
          <a:p>
            <a:r>
              <a:rPr lang="ko-KR" altLang="en-US" sz="1600" dirty="0" smtClean="0">
                <a:solidFill>
                  <a:srgbClr val="000099"/>
                </a:solidFill>
              </a:rPr>
              <a:t>     더 이상 증가하지 않음</a:t>
            </a:r>
            <a:endParaRPr lang="en-US" altLang="ko-KR" sz="1600" dirty="0" smtClean="0">
              <a:solidFill>
                <a:srgbClr val="000099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0340" y="5519795"/>
            <a:ext cx="7968342" cy="355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직사각형 16"/>
          <p:cNvSpPr/>
          <p:nvPr/>
        </p:nvSpPr>
        <p:spPr>
          <a:xfrm>
            <a:off x="8159264" y="5489651"/>
            <a:ext cx="378661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오른쪽 </a:t>
            </a:r>
            <a:r>
              <a:rPr lang="en-US" altLang="ko-KR" dirty="0" smtClean="0"/>
              <a:t>borde</a:t>
            </a:r>
            <a:r>
              <a:rPr lang="en-US" altLang="ko-KR" dirty="0"/>
              <a:t>r</a:t>
            </a:r>
            <a:r>
              <a:rPr lang="ko-KR" altLang="en-US" dirty="0" smtClean="0"/>
              <a:t>지정</a:t>
            </a:r>
            <a:endParaRPr lang="en-US" altLang="ko-KR" dirty="0" smtClean="0"/>
          </a:p>
          <a:p>
            <a:r>
              <a:rPr lang="ko-KR" altLang="en-US" dirty="0" smtClean="0"/>
              <a:t>마지막 요소는 지정 </a:t>
            </a:r>
            <a:r>
              <a:rPr lang="en-US" altLang="ko-KR" dirty="0" smtClean="0"/>
              <a:t>X</a:t>
            </a:r>
          </a:p>
          <a:p>
            <a:r>
              <a:rPr lang="en-US" altLang="ko-KR" dirty="0" smtClean="0"/>
              <a:t>li </a:t>
            </a:r>
            <a:r>
              <a:rPr lang="ko-KR" altLang="en-US" dirty="0" smtClean="0"/>
              <a:t>중</a:t>
            </a:r>
            <a:r>
              <a:rPr lang="en-US" altLang="ko-KR" dirty="0" smtClean="0"/>
              <a:t> </a:t>
            </a:r>
            <a:r>
              <a:rPr lang="ko-KR" altLang="en-US" dirty="0" smtClean="0"/>
              <a:t>처음과 마지막 요소를 선택하는</a:t>
            </a:r>
            <a:endParaRPr lang="en-US" altLang="ko-KR" dirty="0" smtClean="0"/>
          </a:p>
          <a:p>
            <a:r>
              <a:rPr lang="ko-KR" altLang="en-US" dirty="0" err="1" smtClean="0"/>
              <a:t>선택자</a:t>
            </a:r>
            <a:r>
              <a:rPr lang="ko-KR" altLang="en-US" dirty="0" smtClean="0"/>
              <a:t> 사용해보기</a:t>
            </a:r>
            <a:endParaRPr lang="en-US" altLang="ko-KR" dirty="0" smtClean="0"/>
          </a:p>
          <a:p>
            <a:endParaRPr 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0" y="2162109"/>
            <a:ext cx="12192000" cy="355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9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877" y="1014334"/>
            <a:ext cx="4392376" cy="212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04" y="1014334"/>
            <a:ext cx="2891813" cy="25700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62475" y="3792717"/>
            <a:ext cx="5102679" cy="83099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ko-KR" altLang="en-US" sz="1600" dirty="0" smtClean="0"/>
              <a:t>마우스를 올릴 경우</a:t>
            </a:r>
            <a:endParaRPr lang="en-US" altLang="ko-KR" sz="1600" dirty="0" smtClean="0"/>
          </a:p>
          <a:p>
            <a:r>
              <a:rPr lang="ko-KR" altLang="en-US" sz="1600" dirty="0" err="1" smtClean="0"/>
              <a:t>배경색상과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글자색이</a:t>
            </a:r>
            <a:r>
              <a:rPr lang="ko-KR" altLang="en-US" sz="1600" dirty="0" smtClean="0"/>
              <a:t> 변하고</a:t>
            </a:r>
            <a:endParaRPr lang="en-US" altLang="ko-KR" sz="1600" dirty="0" smtClean="0"/>
          </a:p>
          <a:p>
            <a:r>
              <a:rPr lang="ko-KR" altLang="en-US" sz="1600" u="sng" dirty="0" smtClean="0">
                <a:solidFill>
                  <a:srgbClr val="000099"/>
                </a:solidFill>
              </a:rPr>
              <a:t>오른쪽 아래에 그림자 생성</a:t>
            </a:r>
            <a:r>
              <a:rPr lang="en-US" altLang="ko-KR" sz="1600" u="sng" dirty="0" smtClean="0"/>
              <a:t>(</a:t>
            </a:r>
            <a:r>
              <a:rPr lang="ko-KR" altLang="en-US" sz="1600" dirty="0" smtClean="0"/>
              <a:t>크기와 색상은 본인이 결정</a:t>
            </a:r>
            <a:r>
              <a:rPr lang="en-US" altLang="ko-KR" sz="1600" u="sng" dirty="0" smtClean="0"/>
              <a:t>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676877" y="3792718"/>
            <a:ext cx="4482535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 smtClean="0"/>
              <a:t>마우스를 올릴 경우</a:t>
            </a:r>
            <a:r>
              <a:rPr lang="en-US" altLang="ko-KR" sz="1600" dirty="0"/>
              <a:t> </a:t>
            </a:r>
            <a:r>
              <a:rPr lang="ko-KR" altLang="en-US" sz="1600" dirty="0" err="1" smtClean="0"/>
              <a:t>글자색이</a:t>
            </a:r>
            <a:r>
              <a:rPr lang="ko-KR" altLang="en-US" sz="1600" dirty="0" smtClean="0"/>
              <a:t> 변하게</a:t>
            </a:r>
            <a:endParaRPr lang="en-US" altLang="ko-KR" sz="1600" dirty="0" smtClean="0"/>
          </a:p>
          <a:p>
            <a:pPr marL="342900" indent="-342900">
              <a:buAutoNum type="arabicPeriod"/>
            </a:pPr>
            <a:r>
              <a:rPr lang="en-US" altLang="ko-KR" sz="1600" dirty="0" smtClean="0"/>
              <a:t>main</a:t>
            </a:r>
            <a:r>
              <a:rPr lang="ko-KR" altLang="en-US" sz="1600" dirty="0" smtClean="0"/>
              <a:t>메뉴는 </a:t>
            </a:r>
            <a:r>
              <a:rPr lang="ko-KR" altLang="en-US" sz="1600" dirty="0" smtClean="0">
                <a:solidFill>
                  <a:srgbClr val="000099"/>
                </a:solidFill>
              </a:rPr>
              <a:t>노랑</a:t>
            </a:r>
            <a:r>
              <a:rPr lang="en-US" altLang="ko-KR" sz="1600" dirty="0" smtClean="0"/>
              <a:t>, sub</a:t>
            </a:r>
            <a:r>
              <a:rPr lang="ko-KR" altLang="en-US" sz="1600" dirty="0" smtClean="0"/>
              <a:t>메뉴는 </a:t>
            </a:r>
            <a:r>
              <a:rPr lang="ko-KR" altLang="en-US" sz="1600" dirty="0" smtClean="0">
                <a:solidFill>
                  <a:srgbClr val="000099"/>
                </a:solidFill>
              </a:rPr>
              <a:t>빨강</a:t>
            </a:r>
            <a:endParaRPr lang="en-US" altLang="ko-KR" sz="1600" dirty="0" smtClean="0">
              <a:solidFill>
                <a:srgbClr val="000099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600" dirty="0" smtClean="0">
                <a:solidFill>
                  <a:srgbClr val="000099"/>
                </a:solidFill>
              </a:rPr>
              <a:t>li</a:t>
            </a:r>
            <a:r>
              <a:rPr lang="ko-KR" altLang="en-US" sz="1600" dirty="0" smtClean="0">
                <a:solidFill>
                  <a:srgbClr val="000099"/>
                </a:solidFill>
              </a:rPr>
              <a:t>요소에는 </a:t>
            </a:r>
            <a:r>
              <a:rPr lang="en-US" altLang="ko-KR" sz="1600" b="1" dirty="0" smtClean="0">
                <a:solidFill>
                  <a:srgbClr val="000099"/>
                </a:solidFill>
              </a:rPr>
              <a:t>a</a:t>
            </a:r>
            <a:r>
              <a:rPr lang="ko-KR" altLang="en-US" sz="1600" b="1" dirty="0" smtClean="0">
                <a:solidFill>
                  <a:srgbClr val="000099"/>
                </a:solidFill>
              </a:rPr>
              <a:t>태그</a:t>
            </a:r>
            <a:r>
              <a:rPr lang="ko-KR" altLang="en-US" sz="1600" dirty="0" smtClean="0">
                <a:solidFill>
                  <a:srgbClr val="000099"/>
                </a:solidFill>
              </a:rPr>
              <a:t>가 포함되어 있어야 함 </a:t>
            </a:r>
            <a:endParaRPr lang="en-US" altLang="ko-KR" sz="1600" dirty="0" smtClean="0">
              <a:solidFill>
                <a:srgbClr val="000099"/>
              </a:solidFill>
            </a:endParaRPr>
          </a:p>
          <a:p>
            <a:r>
              <a:rPr lang="en-US" altLang="ko-KR" sz="1600" dirty="0" smtClean="0"/>
              <a:t>#</a:t>
            </a:r>
            <a:r>
              <a:rPr lang="ko-KR" altLang="en-US" sz="1600" dirty="0" smtClean="0"/>
              <a:t>단 학과소개 버튼만 작성하면 </a:t>
            </a:r>
            <a:r>
              <a:rPr lang="ko-KR" altLang="en-US" sz="1600" dirty="0" smtClean="0"/>
              <a:t>됨</a:t>
            </a:r>
            <a:endParaRPr lang="en-US" altLang="ko-KR" sz="1600" dirty="0" smtClean="0"/>
          </a:p>
          <a:p>
            <a:r>
              <a:rPr lang="ko-KR" altLang="en-US" sz="1600" dirty="0" smtClean="0"/>
              <a:t>지난 강의에 참조한 예제를 </a:t>
            </a:r>
            <a:r>
              <a:rPr lang="ko-KR" altLang="en-US" sz="1600" dirty="0" err="1" smtClean="0"/>
              <a:t>활용해보기</a:t>
            </a:r>
            <a:endParaRPr lang="en-US" altLang="ko-KR" sz="1600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6676877" y="5167428"/>
            <a:ext cx="4482535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2. </a:t>
            </a:r>
            <a:r>
              <a:rPr lang="ko-KR" altLang="en-US" sz="1600" dirty="0" smtClean="0"/>
              <a:t>학과소개 교육목표 주요성과 졸업 후 진로 중</a:t>
            </a:r>
            <a:endParaRPr lang="en-US" altLang="ko-KR" sz="1600" dirty="0" smtClean="0"/>
          </a:p>
          <a:p>
            <a:r>
              <a:rPr lang="ko-KR" altLang="en-US" sz="1600" u="sng" dirty="0" smtClean="0"/>
              <a:t>처음과 마지막 버튼의 모퉁이를 둥글게</a:t>
            </a:r>
            <a:r>
              <a:rPr lang="en-US" altLang="ko-KR" sz="1600" dirty="0" smtClean="0"/>
              <a:t>(15%)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529" y="1014334"/>
            <a:ext cx="1798688" cy="21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0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151</Words>
  <Application>Microsoft Office PowerPoint</Application>
  <PresentationFormat>와이드스크린</PresentationFormat>
  <Paragraphs>28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Consolas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55</cp:revision>
  <dcterms:created xsi:type="dcterms:W3CDTF">2019-04-01T00:33:41Z</dcterms:created>
  <dcterms:modified xsi:type="dcterms:W3CDTF">2020-04-10T10:00:56Z</dcterms:modified>
</cp:coreProperties>
</file>