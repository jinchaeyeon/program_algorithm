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68" r:id="rId1"/>
  </p:sldMasterIdLst>
  <p:notesMasterIdLst>
    <p:notesMasterId r:id="rId26"/>
  </p:notesMasterIdLst>
  <p:sldIdLst>
    <p:sldId id="256" r:id="rId2"/>
    <p:sldId id="320" r:id="rId3"/>
    <p:sldId id="321" r:id="rId4"/>
    <p:sldId id="345" r:id="rId5"/>
    <p:sldId id="322" r:id="rId6"/>
    <p:sldId id="323" r:id="rId7"/>
    <p:sldId id="324" r:id="rId8"/>
    <p:sldId id="325" r:id="rId9"/>
    <p:sldId id="326" r:id="rId10"/>
    <p:sldId id="327" r:id="rId11"/>
    <p:sldId id="328" r:id="rId12"/>
    <p:sldId id="329" r:id="rId13"/>
    <p:sldId id="331" r:id="rId14"/>
    <p:sldId id="332" r:id="rId15"/>
    <p:sldId id="334" r:id="rId16"/>
    <p:sldId id="335" r:id="rId17"/>
    <p:sldId id="336" r:id="rId18"/>
    <p:sldId id="337" r:id="rId19"/>
    <p:sldId id="338" r:id="rId20"/>
    <p:sldId id="340" r:id="rId21"/>
    <p:sldId id="342" r:id="rId22"/>
    <p:sldId id="343" r:id="rId23"/>
    <p:sldId id="344" r:id="rId24"/>
    <p:sldId id="339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2" clrIdx="0">
    <p:extLst>
      <p:ext uri="{19B8F6BF-5375-455C-9EA6-DF929625EA0E}">
        <p15:presenceInfo xmlns:p15="http://schemas.microsoft.com/office/powerpoint/2012/main" userId="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BC5610"/>
    <a:srgbClr val="FF00FF"/>
    <a:srgbClr val="ADFF2F"/>
    <a:srgbClr val="7FFFD4"/>
    <a:srgbClr val="FFA500"/>
    <a:srgbClr val="FF6A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="" xmlns:c="http://schemas.openxmlformats.org/drawingml/2006/chart" xmlns:dgm="http://schemas.openxmlformats.org/drawingml/2006/diagram" xmlns:dsp="http://schemas.microsoft.com/office/drawing/2008/diagram"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8EC20E35-A176-4012-BC5E-935CFFF8708E}" styleName="보통 스타일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36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138" y="330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87" d="100"/>
          <a:sy n="87" d="100"/>
        </p:scale>
        <p:origin x="3840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commentAuthors" Target="commentAuthors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89B25A7D-0240-4D0E-A5B3-3234B957F6EF}" type="datetime1">
              <a:rPr lang="en-US"/>
              <a:pPr lvl="0">
                <a:defRPr/>
              </a:pPr>
              <a:t>4/20/2020</a:t>
            </a:fld>
            <a:endParaRPr 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E163349B-D4CA-41F9-BE36-059942AD9331}" type="slidenum">
              <a:rPr lang="en-US"/>
              <a:pPr lvl="0"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8DAD7-809B-4C4A-8A23-1E146EAD9E8F}" type="datetime1">
              <a:rPr lang="en-US" smtClean="0"/>
              <a:t>4/20/2020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67E06-563C-4DAC-B352-5CBE54DE7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27776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0552" y="160027"/>
            <a:ext cx="10515600" cy="344002"/>
          </a:xfrm>
        </p:spPr>
        <p:txBody>
          <a:bodyPr>
            <a:noAutofit/>
          </a:bodyPr>
          <a:lstStyle>
            <a:lvl1pPr>
              <a:defRPr sz="2500" b="1">
                <a:latin typeface="+mj-ea"/>
                <a:ea typeface="+mj-ea"/>
              </a:defRPr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내용 개체 틀 2"/>
          <p:cNvSpPr>
            <a:spLocks noGrp="1"/>
          </p:cNvSpPr>
          <p:nvPr>
            <p:ph idx="1" hasCustomPrompt="1"/>
          </p:nvPr>
        </p:nvSpPr>
        <p:spPr>
          <a:xfrm>
            <a:off x="530551" y="757400"/>
            <a:ext cx="11331011" cy="5429755"/>
          </a:xfrm>
        </p:spPr>
        <p:txBody>
          <a:bodyPr/>
          <a:lstStyle>
            <a:lvl1pPr>
              <a:lnSpc>
                <a:spcPct val="140000"/>
              </a:lnSpc>
              <a:defRPr sz="2400">
                <a:latin typeface="+mn-ea"/>
                <a:ea typeface="+mn-ea"/>
              </a:defRPr>
            </a:lvl1pPr>
            <a:lvl2pPr marL="685800" indent="-228600">
              <a:lnSpc>
                <a:spcPct val="140000"/>
              </a:lnSpc>
              <a:buFont typeface="Wingdings"/>
              <a:buChar char="§"/>
              <a:defRPr sz="2000">
                <a:latin typeface="+mn-ea"/>
                <a:ea typeface="+mn-ea"/>
              </a:defRPr>
            </a:lvl2pPr>
            <a:lvl3pPr>
              <a:lnSpc>
                <a:spcPct val="140000"/>
              </a:lnSpc>
              <a:defRPr sz="1800">
                <a:latin typeface="+mn-ea"/>
                <a:ea typeface="+mn-ea"/>
              </a:defRPr>
            </a:lvl3pPr>
          </a:lstStyle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C06EDA91-2055-40FE-B45A-5804B08C2696}" type="datetime1">
              <a:rPr lang="en-US" smtClean="0"/>
              <a:t>4/20/2020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9227048" y="6356350"/>
            <a:ext cx="2743200" cy="365125"/>
          </a:xfrm>
        </p:spPr>
        <p:txBody>
          <a:bodyPr/>
          <a:lstStyle>
            <a:lvl1pPr>
              <a:defRPr sz="15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2DA67E06-563C-4DAC-B352-5CBE54DE7B56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55C795-451E-46E0-AE92-5A497CF41061}" type="datetime1">
              <a:rPr lang="en-US" smtClean="0"/>
              <a:t>4/20/2020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67E06-563C-4DAC-B352-5CBE54DE7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51349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38975-3397-4FC8-A820-2112C504E006}" type="datetime1">
              <a:rPr lang="en-US" smtClean="0"/>
              <a:t>4/20/2020</a:t>
            </a:fld>
            <a:endParaRPr 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67E06-563C-4DAC-B352-5CBE54DE7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37490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B25CA-AD45-4C95-8C23-1C6A039469A5}" type="datetime1">
              <a:rPr lang="en-US" smtClean="0"/>
              <a:t>4/20/2020</a:t>
            </a:fld>
            <a:endParaRPr 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67E06-563C-4DAC-B352-5CBE54DE7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5928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12E71-0A1A-4073-B60F-FA59C2CA001A}" type="datetime1">
              <a:rPr lang="en-US" smtClean="0"/>
              <a:t>4/20/2020</a:t>
            </a:fld>
            <a:endParaRPr 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67E06-563C-4DAC-B352-5CBE54DE7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87663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7758C-1694-4565-82D4-EBBF833CB257}" type="datetime1">
              <a:rPr lang="en-US" smtClean="0"/>
              <a:t>4/20/2020</a:t>
            </a:fld>
            <a:endParaRPr 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67E06-563C-4DAC-B352-5CBE54DE7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7567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25484-FD6D-41C0-A29C-477D0CF69679}" type="datetime1">
              <a:rPr lang="en-US" smtClean="0"/>
              <a:t>4/20/2020</a:t>
            </a:fld>
            <a:endParaRPr 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67E06-563C-4DAC-B352-5CBE54DE7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9165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A1DD6-19D4-44B1-8E93-C64691C69E13}" type="datetime1">
              <a:rPr lang="en-US" smtClean="0"/>
              <a:t>4/20/2020</a:t>
            </a:fld>
            <a:endParaRPr 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67E06-563C-4DAC-B352-5CBE54DE7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0512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333E4-9C34-4B01-AEFF-3C6F1AF12FD7}" type="datetime1">
              <a:rPr lang="en-US" smtClean="0"/>
              <a:t>4/20/2020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67E06-563C-4DAC-B352-5CBE54DE7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034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72B1E-F176-43F3-BFB4-FA11701E5307}" type="datetime1">
              <a:rPr lang="en-US" smtClean="0"/>
              <a:t>4/20/2020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67E06-563C-4DAC-B352-5CBE54DE7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7555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ED2D49-5DE7-4756-AE86-CEB698DB686D}" type="datetime1">
              <a:rPr lang="en-US" smtClean="0"/>
              <a:t>4/20/2020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A67E06-563C-4DAC-B352-5CBE54DE7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0540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222130" y="838518"/>
            <a:ext cx="9700846" cy="1688552"/>
          </a:xfrm>
        </p:spPr>
        <p:txBody>
          <a:bodyPr>
            <a:normAutofit fontScale="90000"/>
          </a:bodyPr>
          <a:lstStyle/>
          <a:p>
            <a:pPr lvl="0">
              <a:defRPr/>
            </a:pPr>
            <a:r>
              <a:rPr lang="en-US" altLang="ko-KR" b="1" dirty="0" smtClean="0"/>
              <a:t>D</a:t>
            </a:r>
            <a:r>
              <a:rPr lang="en-US" altLang="ko-KR" dirty="0" smtClean="0"/>
              <a:t>ocument </a:t>
            </a:r>
            <a:r>
              <a:rPr lang="en-US" altLang="ko-KR" b="1" dirty="0" smtClean="0"/>
              <a:t>O</a:t>
            </a:r>
            <a:r>
              <a:rPr lang="en-US" altLang="ko-KR" dirty="0" smtClean="0"/>
              <a:t>bject </a:t>
            </a:r>
            <a:r>
              <a:rPr lang="en-US" altLang="ko-KR" b="1" dirty="0" smtClean="0"/>
              <a:t>M</a:t>
            </a:r>
            <a:r>
              <a:rPr lang="en-US" altLang="ko-KR" dirty="0" smtClean="0"/>
              <a:t>odel</a:t>
            </a:r>
            <a:br>
              <a:rPr lang="en-US" altLang="ko-KR" dirty="0" smtClean="0"/>
            </a:br>
            <a:r>
              <a:rPr lang="ko-KR" altLang="en-US" dirty="0" smtClean="0"/>
              <a:t>문서객체모델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521064" y="3812496"/>
            <a:ext cx="7383416" cy="2060766"/>
          </a:xfrm>
        </p:spPr>
        <p:txBody>
          <a:bodyPr>
            <a:normAutofit/>
          </a:bodyPr>
          <a:lstStyle/>
          <a:p>
            <a:pPr marL="342900" lvl="0" indent="-342900" algn="l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dirty="0" smtClean="0"/>
              <a:t>요소 가져오기</a:t>
            </a:r>
            <a:endParaRPr lang="en-US" altLang="ko-KR" dirty="0" smtClean="0"/>
          </a:p>
          <a:p>
            <a:pPr marL="342900" lvl="0" indent="-342900" algn="l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dirty="0" smtClean="0"/>
              <a:t>요소 조작하기</a:t>
            </a:r>
            <a:endParaRPr lang="en-US" altLang="ko-KR" dirty="0" smtClean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67E06-563C-4DAC-B352-5CBE54DE7B56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800" dirty="0" smtClean="0"/>
              <a:t>문서</a:t>
            </a:r>
            <a:r>
              <a:rPr lang="en-US" altLang="ko-KR" sz="2800" dirty="0" smtClean="0"/>
              <a:t> </a:t>
            </a:r>
            <a:r>
              <a:rPr lang="ko-KR" altLang="en-US" sz="2800" dirty="0" smtClean="0"/>
              <a:t>객체 모델</a:t>
            </a:r>
            <a:endParaRPr lang="ko-KR" altLang="en-US" sz="28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72856" y="757400"/>
            <a:ext cx="6427201" cy="5740119"/>
          </a:xfrm>
        </p:spPr>
        <p:txBody>
          <a:bodyPr>
            <a:normAutofit/>
          </a:bodyPr>
          <a:lstStyle/>
          <a:p>
            <a:r>
              <a:rPr lang="en-US" altLang="ko-KR" sz="2200" b="1" dirty="0" smtClean="0">
                <a:solidFill>
                  <a:prstClr val="black"/>
                </a:solidFill>
              </a:rPr>
              <a:t>DOM</a:t>
            </a:r>
          </a:p>
          <a:p>
            <a:pPr lvl="1"/>
            <a:r>
              <a:rPr lang="en-US" altLang="ko-KR" sz="1800" dirty="0"/>
              <a:t>language-independent </a:t>
            </a:r>
            <a:r>
              <a:rPr lang="en-US" altLang="ko-KR" sz="1800" dirty="0" smtClean="0"/>
              <a:t>interface</a:t>
            </a:r>
          </a:p>
          <a:p>
            <a:pPr lvl="1"/>
            <a:r>
              <a:rPr lang="en-US" altLang="ko-KR" sz="1600" dirty="0" smtClean="0"/>
              <a:t>XML</a:t>
            </a:r>
            <a:r>
              <a:rPr lang="ko-KR" altLang="en-US" sz="1600" dirty="0" smtClean="0"/>
              <a:t>이나 </a:t>
            </a:r>
            <a:r>
              <a:rPr lang="en-US" altLang="ko-KR" sz="1600" dirty="0" smtClean="0"/>
              <a:t>HTML</a:t>
            </a:r>
            <a:r>
              <a:rPr lang="ko-KR" altLang="en-US" sz="1600" dirty="0" smtClean="0"/>
              <a:t>과 같은 문서</a:t>
            </a:r>
            <a:r>
              <a:rPr lang="en-US" altLang="ko-KR" sz="1600" dirty="0" smtClean="0"/>
              <a:t>(</a:t>
            </a:r>
            <a:r>
              <a:rPr lang="en-US" altLang="ko-KR" sz="1600" dirty="0" smtClean="0">
                <a:solidFill>
                  <a:srgbClr val="0000FF"/>
                </a:solidFill>
              </a:rPr>
              <a:t>Document</a:t>
            </a:r>
            <a:r>
              <a:rPr lang="en-US" altLang="ko-KR" sz="1600" dirty="0" smtClean="0"/>
              <a:t>)</a:t>
            </a:r>
            <a:r>
              <a:rPr lang="ko-KR" altLang="en-US" sz="1600" dirty="0" smtClean="0"/>
              <a:t>를 </a:t>
            </a:r>
            <a:r>
              <a:rPr lang="ko-KR" altLang="en-US" sz="1600" dirty="0" err="1" smtClean="0"/>
              <a:t>트리구조로</a:t>
            </a:r>
            <a:r>
              <a:rPr lang="ko-KR" altLang="en-US" sz="1600" dirty="0" smtClean="0"/>
              <a:t> 표현하며 각 노드는 객체</a:t>
            </a:r>
            <a:r>
              <a:rPr lang="en-US" altLang="ko-KR" sz="1600" dirty="0">
                <a:solidFill>
                  <a:srgbClr val="0000FF"/>
                </a:solidFill>
              </a:rPr>
              <a:t>(Object</a:t>
            </a:r>
            <a:r>
              <a:rPr lang="en-US" altLang="ko-KR" sz="1600" dirty="0" smtClean="0">
                <a:solidFill>
                  <a:srgbClr val="0000FF"/>
                </a:solidFill>
              </a:rPr>
              <a:t>)</a:t>
            </a:r>
          </a:p>
          <a:p>
            <a:pPr lvl="1"/>
            <a:r>
              <a:rPr lang="en-US" altLang="ko-KR" sz="1600" dirty="0" smtClean="0"/>
              <a:t>DOM </a:t>
            </a:r>
            <a:r>
              <a:rPr lang="ko-KR" altLang="en-US" sz="1600" dirty="0" smtClean="0"/>
              <a:t>메서드를 이용하여 문서의 구조</a:t>
            </a:r>
            <a:r>
              <a:rPr lang="en-US" altLang="ko-KR" sz="1600" dirty="0" smtClean="0"/>
              <a:t>, </a:t>
            </a:r>
            <a:r>
              <a:rPr lang="ko-KR" altLang="en-US" sz="1600" dirty="0" smtClean="0"/>
              <a:t>스타일</a:t>
            </a:r>
            <a:r>
              <a:rPr lang="en-US" altLang="ko-KR" sz="1600" dirty="0" smtClean="0"/>
              <a:t>, </a:t>
            </a:r>
            <a:r>
              <a:rPr lang="ko-KR" altLang="en-US" sz="1600" dirty="0" smtClean="0"/>
              <a:t>내용 등을 변경할 수 있음</a:t>
            </a:r>
            <a:endParaRPr lang="en-US" altLang="ko-KR" sz="1600" dirty="0" smtClean="0"/>
          </a:p>
          <a:p>
            <a:pPr lvl="1"/>
            <a:r>
              <a:rPr lang="ko-KR" altLang="en-US" sz="1600" u="sng" dirty="0" smtClean="0"/>
              <a:t>웹 페이지가 </a:t>
            </a:r>
            <a:r>
              <a:rPr lang="en-US" altLang="ko-KR" sz="1600" u="sng" dirty="0" smtClean="0"/>
              <a:t>load</a:t>
            </a:r>
            <a:r>
              <a:rPr lang="ko-KR" altLang="en-US" sz="1600" u="sng" dirty="0" smtClean="0"/>
              <a:t>되면 브라우저는 웹 페이지의 </a:t>
            </a:r>
            <a:r>
              <a:rPr lang="en-US" altLang="ko-KR" sz="1600" u="sng" dirty="0" smtClean="0"/>
              <a:t>DOM</a:t>
            </a:r>
            <a:r>
              <a:rPr lang="ko-KR" altLang="en-US" sz="1600" u="sng" dirty="0" smtClean="0"/>
              <a:t>을 생성</a:t>
            </a:r>
            <a:endParaRPr lang="en-US" altLang="ko-KR" sz="1600" u="sng" dirty="0" smtClean="0"/>
          </a:p>
          <a:p>
            <a:pPr lvl="1"/>
            <a:r>
              <a:rPr lang="ko-KR" altLang="en-US" sz="1600" dirty="0"/>
              <a:t>웹 문서를 브라우저가 이해할 수 있는 구조</a:t>
            </a:r>
            <a:endParaRPr lang="en-US" altLang="ko-KR" sz="1600" dirty="0" smtClean="0"/>
          </a:p>
          <a:p>
            <a:pPr lvl="1"/>
            <a:r>
              <a:rPr lang="en-US" altLang="ko-KR" sz="1600" dirty="0" smtClean="0">
                <a:solidFill>
                  <a:srgbClr val="0000FF"/>
                </a:solidFill>
              </a:rPr>
              <a:t>DOM</a:t>
            </a:r>
            <a:r>
              <a:rPr lang="en-US" altLang="ko-KR" sz="1600" dirty="0" smtClean="0">
                <a:solidFill>
                  <a:srgbClr val="0000FF"/>
                </a:solidFill>
                <a:sym typeface="Wingdings" panose="05000000000000000000" pitchFamily="2" charset="2"/>
              </a:rPr>
              <a:t></a:t>
            </a:r>
            <a:r>
              <a:rPr lang="ko-KR" altLang="en-US" sz="1600" dirty="0" err="1" smtClean="0">
                <a:solidFill>
                  <a:srgbClr val="0000FF"/>
                </a:solidFill>
              </a:rPr>
              <a:t>웹페이지를</a:t>
            </a:r>
            <a:r>
              <a:rPr lang="ko-KR" altLang="en-US" sz="1600" dirty="0" smtClean="0">
                <a:solidFill>
                  <a:srgbClr val="0000FF"/>
                </a:solidFill>
              </a:rPr>
              <a:t> </a:t>
            </a:r>
            <a:r>
              <a:rPr lang="ko-KR" altLang="en-US" sz="1600" dirty="0">
                <a:solidFill>
                  <a:srgbClr val="0000FF"/>
                </a:solidFill>
              </a:rPr>
              <a:t>자바스크립트로 제어하기 위한 객체 모델</a:t>
            </a:r>
            <a:endParaRPr lang="en-US" altLang="ko-KR" sz="1600" dirty="0">
              <a:solidFill>
                <a:srgbClr val="0000FF"/>
              </a:solidFill>
            </a:endParaRPr>
          </a:p>
          <a:p>
            <a:pPr lvl="2"/>
            <a:endParaRPr lang="en-US" altLang="ko-KR" dirty="0"/>
          </a:p>
          <a:p>
            <a:pPr lvl="1"/>
            <a:endParaRPr lang="en-US" altLang="ko-KR" sz="1800" b="1" dirty="0" smtClean="0">
              <a:solidFill>
                <a:prstClr val="black"/>
              </a:solidFill>
            </a:endParaRPr>
          </a:p>
          <a:p>
            <a:pPr lvl="1"/>
            <a:endParaRPr lang="en-US" sz="1900" b="1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430712" cy="383497"/>
          </a:xfrm>
        </p:spPr>
        <p:txBody>
          <a:bodyPr/>
          <a:lstStyle/>
          <a:p>
            <a:pPr lvl="0">
              <a:defRPr/>
            </a:pPr>
            <a:fld id="{2DA67E06-563C-4DAC-B352-5CBE54DE7B56}" type="slidenum">
              <a:rPr lang="en-US" smtClean="0"/>
              <a:pPr lvl="0">
                <a:defRPr/>
              </a:pPr>
              <a:t>2</a:t>
            </a:fld>
            <a:endParaRPr lang="en-US"/>
          </a:p>
        </p:txBody>
      </p:sp>
      <p:pic>
        <p:nvPicPr>
          <p:cNvPr id="1026" name="Picture 2" descr="DOM-model.sv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0517" y="623455"/>
            <a:ext cx="5335784" cy="55233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직사각형 3"/>
          <p:cNvSpPr/>
          <p:nvPr/>
        </p:nvSpPr>
        <p:spPr>
          <a:xfrm>
            <a:off x="987753" y="5005992"/>
            <a:ext cx="1364750" cy="73983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JS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3786370" y="5005993"/>
            <a:ext cx="1364750" cy="73983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웹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ko-KR" altLang="en-US" dirty="0" smtClean="0">
                <a:solidFill>
                  <a:schemeClr val="tx1"/>
                </a:solidFill>
              </a:rPr>
              <a:t>페이지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9" name="직선 화살표 연결선 8"/>
          <p:cNvCxnSpPr>
            <a:stCxn id="4" idx="3"/>
          </p:cNvCxnSpPr>
          <p:nvPr/>
        </p:nvCxnSpPr>
        <p:spPr>
          <a:xfrm flipV="1">
            <a:off x="2352503" y="5375908"/>
            <a:ext cx="1433867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818669" y="4418086"/>
            <a:ext cx="435032" cy="1915648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DOM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2400022" y="6481209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인터페이스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19676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800" dirty="0"/>
              <a:t>문서</a:t>
            </a:r>
            <a:r>
              <a:rPr lang="en-US" altLang="ko-KR" sz="2800" dirty="0"/>
              <a:t> </a:t>
            </a:r>
            <a:r>
              <a:rPr lang="ko-KR" altLang="en-US" sz="2800" dirty="0"/>
              <a:t>객체 모델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72856" y="757400"/>
            <a:ext cx="11664220" cy="5740119"/>
          </a:xfrm>
        </p:spPr>
        <p:txBody>
          <a:bodyPr>
            <a:normAutofit/>
          </a:bodyPr>
          <a:lstStyle/>
          <a:p>
            <a:r>
              <a:rPr lang="ko-KR" altLang="en-US" sz="2200" b="1" dirty="0" smtClean="0">
                <a:solidFill>
                  <a:prstClr val="black"/>
                </a:solidFill>
              </a:rPr>
              <a:t>제어할 대상 선택하기</a:t>
            </a:r>
            <a:r>
              <a:rPr lang="en-US" altLang="ko-KR" sz="2200" b="1" dirty="0" smtClean="0">
                <a:solidFill>
                  <a:prstClr val="black"/>
                </a:solidFill>
              </a:rPr>
              <a:t>(Get </a:t>
            </a:r>
            <a:r>
              <a:rPr lang="ko-KR" altLang="en-US" sz="2200" b="1" dirty="0" smtClean="0">
                <a:solidFill>
                  <a:prstClr val="black"/>
                </a:solidFill>
              </a:rPr>
              <a:t>메서드</a:t>
            </a:r>
            <a:r>
              <a:rPr lang="en-US" altLang="ko-KR" sz="2200" b="1" dirty="0" smtClean="0">
                <a:solidFill>
                  <a:prstClr val="black"/>
                </a:solidFill>
              </a:rPr>
              <a:t>)</a:t>
            </a:r>
          </a:p>
          <a:p>
            <a:pPr lvl="1"/>
            <a:r>
              <a:rPr lang="ko-KR" altLang="en-US" sz="1800" dirty="0"/>
              <a:t>제어할 대상을 선택하기 위해 </a:t>
            </a:r>
            <a:r>
              <a:rPr lang="en-US" sz="1800" dirty="0"/>
              <a:t>document </a:t>
            </a:r>
            <a:r>
              <a:rPr lang="ko-KR" altLang="en-US" sz="1800" dirty="0"/>
              <a:t>객체의 메서드를 이용함</a:t>
            </a:r>
            <a:endParaRPr lang="en-US" altLang="ko-KR" sz="1800" dirty="0"/>
          </a:p>
          <a:p>
            <a:pPr lvl="2">
              <a:lnSpc>
                <a:spcPct val="150000"/>
              </a:lnSpc>
            </a:pPr>
            <a:r>
              <a:rPr lang="ko-KR" altLang="en-US" dirty="0" err="1" smtClean="0"/>
              <a:t>마크업을</a:t>
            </a:r>
            <a:r>
              <a:rPr lang="ko-KR" altLang="en-US" dirty="0" smtClean="0"/>
              <a:t> 이용하여</a:t>
            </a:r>
            <a:endParaRPr lang="en-US" dirty="0" smtClean="0"/>
          </a:p>
          <a:p>
            <a:pPr lvl="3">
              <a:lnSpc>
                <a:spcPct val="150000"/>
              </a:lnSpc>
            </a:pPr>
            <a:r>
              <a:rPr lang="en-US" sz="2000" b="1" dirty="0" err="1" smtClean="0"/>
              <a:t>document</a:t>
            </a:r>
            <a:r>
              <a:rPr lang="en-US" sz="2000" dirty="0" err="1" smtClean="0"/>
              <a:t>.getElement</a:t>
            </a:r>
            <a:r>
              <a:rPr lang="en-US" sz="2000" dirty="0" err="1" smtClean="0">
                <a:solidFill>
                  <a:srgbClr val="FF0000"/>
                </a:solidFill>
              </a:rPr>
              <a:t>s</a:t>
            </a:r>
            <a:r>
              <a:rPr lang="en-US" sz="2000" dirty="0" err="1" smtClean="0"/>
              <a:t>ByTagName</a:t>
            </a:r>
            <a:r>
              <a:rPr lang="en-US" sz="2000" dirty="0"/>
              <a:t>: </a:t>
            </a:r>
            <a:r>
              <a:rPr lang="ko-KR" altLang="en-US" sz="2000" dirty="0" err="1">
                <a:solidFill>
                  <a:srgbClr val="0000FF"/>
                </a:solidFill>
              </a:rPr>
              <a:t>태그명</a:t>
            </a:r>
            <a:r>
              <a:rPr lang="ko-KR" altLang="en-US" sz="2000" dirty="0" err="1"/>
              <a:t>을</a:t>
            </a:r>
            <a:r>
              <a:rPr lang="ko-KR" altLang="en-US" sz="2000" dirty="0"/>
              <a:t> 통해 모든 요소 선택</a:t>
            </a:r>
            <a:endParaRPr lang="en-US" sz="2000" dirty="0"/>
          </a:p>
          <a:p>
            <a:pPr lvl="3">
              <a:lnSpc>
                <a:spcPct val="150000"/>
              </a:lnSpc>
            </a:pPr>
            <a:r>
              <a:rPr lang="en-US" sz="2000" b="1" dirty="0" err="1"/>
              <a:t>document</a:t>
            </a:r>
            <a:r>
              <a:rPr lang="en-US" sz="2000" dirty="0" err="1"/>
              <a:t>.getElement</a:t>
            </a:r>
            <a:r>
              <a:rPr lang="en-US" sz="2000" dirty="0" err="1">
                <a:solidFill>
                  <a:srgbClr val="FF0000"/>
                </a:solidFill>
              </a:rPr>
              <a:t>s</a:t>
            </a:r>
            <a:r>
              <a:rPr lang="en-US" sz="2000" dirty="0" err="1"/>
              <a:t>ByClassName</a:t>
            </a:r>
            <a:r>
              <a:rPr lang="en-US" sz="2000" dirty="0"/>
              <a:t>: </a:t>
            </a:r>
            <a:r>
              <a:rPr lang="ko-KR" altLang="en-US" sz="2000" dirty="0" err="1">
                <a:solidFill>
                  <a:srgbClr val="0000FF"/>
                </a:solidFill>
              </a:rPr>
              <a:t>클래스명</a:t>
            </a:r>
            <a:r>
              <a:rPr lang="ko-KR" altLang="en-US" sz="2000" dirty="0" err="1"/>
              <a:t>을</a:t>
            </a:r>
            <a:r>
              <a:rPr lang="ko-KR" altLang="en-US" sz="2000" dirty="0"/>
              <a:t> 통해 모든 요소 선택</a:t>
            </a:r>
            <a:endParaRPr lang="en-US" sz="2000" dirty="0"/>
          </a:p>
          <a:p>
            <a:pPr lvl="3">
              <a:lnSpc>
                <a:spcPct val="150000"/>
              </a:lnSpc>
            </a:pPr>
            <a:r>
              <a:rPr lang="en-US" sz="2000" b="1" dirty="0" err="1"/>
              <a:t>document</a:t>
            </a:r>
            <a:r>
              <a:rPr lang="en-US" sz="2000" dirty="0" err="1"/>
              <a:t>.getElementById</a:t>
            </a:r>
            <a:r>
              <a:rPr lang="en-US" sz="2000" dirty="0"/>
              <a:t>: </a:t>
            </a:r>
            <a:r>
              <a:rPr lang="ko-KR" altLang="en-US" sz="2000" dirty="0" err="1">
                <a:solidFill>
                  <a:srgbClr val="0000FF"/>
                </a:solidFill>
              </a:rPr>
              <a:t>아이디명</a:t>
            </a:r>
            <a:r>
              <a:rPr lang="ko-KR" altLang="en-US" sz="2000" dirty="0" err="1"/>
              <a:t>을</a:t>
            </a:r>
            <a:r>
              <a:rPr lang="ko-KR" altLang="en-US" sz="2000" dirty="0"/>
              <a:t> 통해 요소 </a:t>
            </a:r>
            <a:r>
              <a:rPr lang="ko-KR" altLang="en-US" sz="2000" dirty="0" smtClean="0"/>
              <a:t>선택</a:t>
            </a:r>
            <a:endParaRPr lang="en-US" altLang="ko-KR" sz="2000" dirty="0"/>
          </a:p>
          <a:p>
            <a:pPr lvl="2">
              <a:lnSpc>
                <a:spcPct val="150000"/>
              </a:lnSpc>
            </a:pPr>
            <a:r>
              <a:rPr lang="en-US" dirty="0" smtClean="0"/>
              <a:t>CSS</a:t>
            </a:r>
            <a:r>
              <a:rPr lang="ko-KR" altLang="en-US" dirty="0" smtClean="0"/>
              <a:t>를 이용하여</a:t>
            </a:r>
            <a:endParaRPr lang="en-US" dirty="0" smtClean="0"/>
          </a:p>
          <a:p>
            <a:pPr lvl="3">
              <a:lnSpc>
                <a:spcPct val="150000"/>
              </a:lnSpc>
            </a:pPr>
            <a:r>
              <a:rPr lang="en-US" sz="2000" b="1" dirty="0" err="1" smtClean="0"/>
              <a:t>document</a:t>
            </a:r>
            <a:r>
              <a:rPr lang="en-US" sz="2000" dirty="0" err="1" smtClean="0"/>
              <a:t>.querySelector</a:t>
            </a:r>
            <a:r>
              <a:rPr lang="en-US" sz="2000" dirty="0" smtClean="0"/>
              <a:t>: </a:t>
            </a:r>
            <a:r>
              <a:rPr lang="en-US" sz="2000" dirty="0" smtClean="0">
                <a:solidFill>
                  <a:srgbClr val="0000FF"/>
                </a:solidFill>
              </a:rPr>
              <a:t>CSS</a:t>
            </a:r>
            <a:r>
              <a:rPr lang="ko-KR" altLang="en-US" sz="2000" dirty="0" err="1" smtClean="0">
                <a:solidFill>
                  <a:srgbClr val="0000FF"/>
                </a:solidFill>
              </a:rPr>
              <a:t>선택자</a:t>
            </a:r>
            <a:r>
              <a:rPr lang="ko-KR" altLang="en-US" sz="2000" dirty="0" err="1" smtClean="0"/>
              <a:t>를</a:t>
            </a:r>
            <a:r>
              <a:rPr lang="ko-KR" altLang="en-US" sz="2000" dirty="0" smtClean="0"/>
              <a:t> 이용해 </a:t>
            </a:r>
            <a:r>
              <a:rPr lang="ko-KR" altLang="en-US" sz="2000" dirty="0" smtClean="0">
                <a:solidFill>
                  <a:srgbClr val="0000FF"/>
                </a:solidFill>
              </a:rPr>
              <a:t>가장 처음 나오는 요소 하나</a:t>
            </a:r>
            <a:r>
              <a:rPr lang="ko-KR" altLang="en-US" sz="2000" dirty="0" smtClean="0"/>
              <a:t> 선택</a:t>
            </a:r>
            <a:endParaRPr lang="en-US" sz="2000" dirty="0" smtClean="0"/>
          </a:p>
          <a:p>
            <a:pPr lvl="3">
              <a:lnSpc>
                <a:spcPct val="150000"/>
              </a:lnSpc>
            </a:pPr>
            <a:r>
              <a:rPr lang="en-US" sz="2000" b="1" dirty="0" err="1" smtClean="0"/>
              <a:t>document</a:t>
            </a:r>
            <a:r>
              <a:rPr lang="en-US" sz="2000" dirty="0" err="1" smtClean="0"/>
              <a:t>.querySelector</a:t>
            </a:r>
            <a:r>
              <a:rPr lang="en-US" sz="2000" dirty="0" err="1" smtClean="0">
                <a:solidFill>
                  <a:srgbClr val="0000FF"/>
                </a:solidFill>
              </a:rPr>
              <a:t>All</a:t>
            </a:r>
            <a:r>
              <a:rPr lang="en-US" sz="2000" dirty="0" smtClean="0"/>
              <a:t>: </a:t>
            </a:r>
            <a:r>
              <a:rPr lang="en-US" sz="2000" dirty="0" smtClean="0">
                <a:solidFill>
                  <a:srgbClr val="0000FF"/>
                </a:solidFill>
              </a:rPr>
              <a:t>CSS</a:t>
            </a:r>
            <a:r>
              <a:rPr lang="ko-KR" altLang="en-US" sz="2000" dirty="0" err="1" smtClean="0">
                <a:solidFill>
                  <a:srgbClr val="0000FF"/>
                </a:solidFill>
              </a:rPr>
              <a:t>선택자</a:t>
            </a:r>
            <a:r>
              <a:rPr lang="ko-KR" altLang="en-US" sz="2000" dirty="0" err="1" smtClean="0"/>
              <a:t>를</a:t>
            </a:r>
            <a:r>
              <a:rPr lang="ko-KR" altLang="en-US" sz="2000" dirty="0" smtClean="0"/>
              <a:t> 이용해 </a:t>
            </a:r>
            <a:r>
              <a:rPr lang="ko-KR" altLang="en-US" sz="2000" dirty="0" smtClean="0">
                <a:solidFill>
                  <a:srgbClr val="0000FF"/>
                </a:solidFill>
              </a:rPr>
              <a:t>모든</a:t>
            </a:r>
            <a:r>
              <a:rPr lang="ko-KR" altLang="en-US" sz="2000" dirty="0" smtClean="0"/>
              <a:t> 요소 선택</a:t>
            </a:r>
            <a:endParaRPr lang="en-US" sz="2000" dirty="0" smtClean="0"/>
          </a:p>
          <a:p>
            <a:pPr lvl="2"/>
            <a:endParaRPr lang="en-US" altLang="ko-KR" dirty="0"/>
          </a:p>
          <a:p>
            <a:pPr lvl="1"/>
            <a:endParaRPr lang="en-US" altLang="ko-KR" sz="1800" b="1" dirty="0" smtClean="0">
              <a:solidFill>
                <a:prstClr val="black"/>
              </a:solidFill>
            </a:endParaRPr>
          </a:p>
          <a:p>
            <a:pPr lvl="1"/>
            <a:endParaRPr lang="en-US" sz="1900" b="1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430712" cy="383497"/>
          </a:xfrm>
        </p:spPr>
        <p:txBody>
          <a:bodyPr/>
          <a:lstStyle/>
          <a:p>
            <a:pPr lvl="0">
              <a:defRPr/>
            </a:pPr>
            <a:fld id="{2DA67E06-563C-4DAC-B352-5CBE54DE7B56}" type="slidenum">
              <a:rPr lang="en-US" smtClean="0"/>
              <a:pPr lvl="0">
                <a:defRPr/>
              </a:pPr>
              <a:t>3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1720734" y="5279132"/>
            <a:ext cx="9667701" cy="107721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 sz="1600" dirty="0"/>
              <a:t>ID</a:t>
            </a:r>
            <a:r>
              <a:rPr lang="ko-KR" altLang="en-US" sz="1600" dirty="0"/>
              <a:t>를 사용할 때는 주의 깊게</a:t>
            </a:r>
            <a:r>
              <a:rPr lang="en-US" altLang="ko-KR" sz="1600" dirty="0"/>
              <a:t>, </a:t>
            </a:r>
            <a:r>
              <a:rPr lang="ko-KR" altLang="en-US" sz="1600" dirty="0"/>
              <a:t>남용하지 않도록 해야</a:t>
            </a:r>
            <a:r>
              <a:rPr lang="en-US" altLang="ko-KR" sz="1600" dirty="0"/>
              <a:t> </a:t>
            </a:r>
            <a:r>
              <a:rPr lang="ko-KR" altLang="en-US" sz="1600" dirty="0"/>
              <a:t>함</a:t>
            </a:r>
            <a:endParaRPr lang="en-US" altLang="ko-KR" sz="1600" dirty="0"/>
          </a:p>
          <a:p>
            <a:r>
              <a:rPr lang="ko-KR" altLang="en-US" sz="1600" dirty="0" smtClean="0">
                <a:solidFill>
                  <a:srgbClr val="0000FF"/>
                </a:solidFill>
              </a:rPr>
              <a:t>브라우저는 </a:t>
            </a:r>
            <a:r>
              <a:rPr lang="en-US" sz="1600" dirty="0" smtClean="0">
                <a:solidFill>
                  <a:srgbClr val="0000FF"/>
                </a:solidFill>
              </a:rPr>
              <a:t>ID</a:t>
            </a:r>
            <a:r>
              <a:rPr lang="ko-KR" altLang="en-US" sz="1600" dirty="0" smtClean="0">
                <a:solidFill>
                  <a:srgbClr val="0000FF"/>
                </a:solidFill>
              </a:rPr>
              <a:t>가 중복되어도 경고하지 않으므로</a:t>
            </a:r>
            <a:r>
              <a:rPr lang="ko-KR" altLang="en-US" sz="1600" dirty="0" smtClean="0"/>
              <a:t> </a:t>
            </a:r>
            <a:r>
              <a:rPr lang="en-US" altLang="ko-KR" sz="1600" dirty="0" smtClean="0"/>
              <a:t>HTML </a:t>
            </a:r>
            <a:r>
              <a:rPr lang="ko-KR" altLang="en-US" sz="1600" dirty="0" smtClean="0"/>
              <a:t>유효성 검사기 등을 </a:t>
            </a:r>
            <a:r>
              <a:rPr lang="ko-KR" altLang="en-US" sz="1600" dirty="0" smtClean="0"/>
              <a:t>통해</a:t>
            </a:r>
            <a:r>
              <a:rPr lang="en-US" altLang="ko-KR" sz="1600" dirty="0"/>
              <a:t> </a:t>
            </a:r>
            <a:r>
              <a:rPr lang="en-US" altLang="ko-KR" sz="1600" dirty="0" smtClean="0"/>
              <a:t>ID</a:t>
            </a:r>
            <a:r>
              <a:rPr lang="ko-KR" altLang="en-US" sz="1600" dirty="0" smtClean="0"/>
              <a:t>의 유일성을 검사해야 함</a:t>
            </a:r>
            <a:r>
              <a:rPr lang="en-US" altLang="ko-KR" sz="1600" dirty="0" smtClean="0"/>
              <a:t> </a:t>
            </a:r>
            <a:endParaRPr lang="en-US" altLang="ko-KR" sz="16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/>
              <a:t>html</a:t>
            </a:r>
            <a:r>
              <a:rPr lang="ko-KR" altLang="en-US" sz="1600" dirty="0" smtClean="0"/>
              <a:t>검사</a:t>
            </a:r>
            <a:r>
              <a:rPr lang="en-US" sz="1600" dirty="0" smtClean="0"/>
              <a:t> https</a:t>
            </a:r>
            <a:r>
              <a:rPr lang="en-US" sz="1600" dirty="0"/>
              <a:t>://validator.w3.org/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/>
              <a:t>CSS</a:t>
            </a:r>
            <a:r>
              <a:rPr lang="ko-KR" altLang="en-US" sz="1600" dirty="0" smtClean="0"/>
              <a:t>검사 </a:t>
            </a:r>
            <a:r>
              <a:rPr lang="en-US" sz="1600" dirty="0"/>
              <a:t>http://www.css-validator.org</a:t>
            </a:r>
            <a:r>
              <a:rPr lang="en-US" sz="1600" dirty="0" smtClean="0"/>
              <a:t>/</a:t>
            </a:r>
            <a:endParaRPr lang="en-US" sz="1600" dirty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7987" y="160027"/>
            <a:ext cx="3743325" cy="151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7523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800" dirty="0"/>
              <a:t>문서</a:t>
            </a:r>
            <a:r>
              <a:rPr lang="en-US" altLang="ko-KR" sz="2800" dirty="0"/>
              <a:t> </a:t>
            </a:r>
            <a:r>
              <a:rPr lang="ko-KR" altLang="en-US" sz="2800" dirty="0"/>
              <a:t>객체 모델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72856" y="757400"/>
            <a:ext cx="6601769" cy="5740119"/>
          </a:xfrm>
        </p:spPr>
        <p:txBody>
          <a:bodyPr>
            <a:normAutofit/>
          </a:bodyPr>
          <a:lstStyle/>
          <a:p>
            <a:r>
              <a:rPr lang="en-US" altLang="ko-KR" sz="2200" b="1" dirty="0" smtClean="0">
                <a:solidFill>
                  <a:prstClr val="black"/>
                </a:solidFill>
              </a:rPr>
              <a:t>Document </a:t>
            </a:r>
            <a:r>
              <a:rPr lang="ko-KR" altLang="en-US" sz="2200" b="1" dirty="0" smtClean="0">
                <a:solidFill>
                  <a:prstClr val="black"/>
                </a:solidFill>
              </a:rPr>
              <a:t>객체</a:t>
            </a:r>
            <a:endParaRPr lang="en-US" altLang="ko-KR" sz="2200" b="1" dirty="0" smtClean="0">
              <a:solidFill>
                <a:prstClr val="black"/>
              </a:solidFill>
            </a:endParaRPr>
          </a:p>
          <a:p>
            <a:pPr lvl="1"/>
            <a:r>
              <a:rPr lang="en-US" altLang="ko-KR" sz="1800" dirty="0" smtClean="0">
                <a:solidFill>
                  <a:prstClr val="black"/>
                </a:solidFill>
              </a:rPr>
              <a:t>HTML </a:t>
            </a:r>
            <a:r>
              <a:rPr lang="ko-KR" altLang="en-US" sz="1800" dirty="0" smtClean="0">
                <a:solidFill>
                  <a:prstClr val="black"/>
                </a:solidFill>
              </a:rPr>
              <a:t>태그들 중 최상위 노드</a:t>
            </a:r>
            <a:endParaRPr lang="en-US" altLang="ko-KR" sz="1800" dirty="0" smtClean="0">
              <a:solidFill>
                <a:prstClr val="black"/>
              </a:solidFill>
            </a:endParaRPr>
          </a:p>
          <a:p>
            <a:pPr lvl="1"/>
            <a:r>
              <a:rPr lang="ko-KR" altLang="en-US" sz="1800" dirty="0" smtClean="0">
                <a:solidFill>
                  <a:prstClr val="black"/>
                </a:solidFill>
              </a:rPr>
              <a:t>다른 모든 노드</a:t>
            </a:r>
            <a:r>
              <a:rPr lang="en-US" altLang="ko-KR" sz="1800" dirty="0" smtClean="0">
                <a:solidFill>
                  <a:prstClr val="black"/>
                </a:solidFill>
              </a:rPr>
              <a:t>(</a:t>
            </a:r>
            <a:r>
              <a:rPr lang="ko-KR" altLang="en-US" sz="1800" dirty="0" smtClean="0">
                <a:solidFill>
                  <a:prstClr val="black"/>
                </a:solidFill>
              </a:rPr>
              <a:t>태그</a:t>
            </a:r>
            <a:r>
              <a:rPr lang="en-US" altLang="ko-KR" sz="1800" dirty="0" smtClean="0">
                <a:solidFill>
                  <a:prstClr val="black"/>
                </a:solidFill>
              </a:rPr>
              <a:t>)</a:t>
            </a:r>
            <a:r>
              <a:rPr lang="ko-KR" altLang="en-US" sz="1800" dirty="0" smtClean="0">
                <a:solidFill>
                  <a:prstClr val="black"/>
                </a:solidFill>
              </a:rPr>
              <a:t>들의 소유자</a:t>
            </a:r>
            <a:endParaRPr lang="en-US" altLang="ko-KR" sz="1800" dirty="0">
              <a:solidFill>
                <a:prstClr val="black"/>
              </a:solidFill>
            </a:endParaRPr>
          </a:p>
          <a:p>
            <a:pPr lvl="1"/>
            <a:r>
              <a:rPr lang="en-US" altLang="ko-KR" sz="1800" dirty="0" smtClean="0">
                <a:solidFill>
                  <a:prstClr val="black"/>
                </a:solidFill>
              </a:rPr>
              <a:t>window</a:t>
            </a:r>
            <a:r>
              <a:rPr lang="ko-KR" altLang="en-US" sz="1800" dirty="0" smtClean="0">
                <a:solidFill>
                  <a:prstClr val="black"/>
                </a:solidFill>
              </a:rPr>
              <a:t>객체 아래에 있으므로 </a:t>
            </a:r>
            <a:r>
              <a:rPr lang="en-US" altLang="ko-KR" sz="1800" dirty="0" err="1" smtClean="0">
                <a:solidFill>
                  <a:prstClr val="black"/>
                </a:solidFill>
              </a:rPr>
              <a:t>window.document</a:t>
            </a:r>
            <a:r>
              <a:rPr lang="ko-KR" altLang="en-US" sz="1800" dirty="0" smtClean="0">
                <a:solidFill>
                  <a:prstClr val="black"/>
                </a:solidFill>
              </a:rPr>
              <a:t>로 접근해야 하지만 </a:t>
            </a:r>
            <a:r>
              <a:rPr lang="en-US" altLang="ko-KR" sz="1800" dirty="0">
                <a:solidFill>
                  <a:prstClr val="black"/>
                </a:solidFill>
              </a:rPr>
              <a:t>window</a:t>
            </a:r>
            <a:r>
              <a:rPr lang="en-US" altLang="ko-KR" sz="1800" dirty="0" smtClean="0">
                <a:solidFill>
                  <a:prstClr val="black"/>
                </a:solidFill>
              </a:rPr>
              <a:t>.</a:t>
            </a:r>
            <a:r>
              <a:rPr lang="ko-KR" altLang="en-US" sz="1800" dirty="0" smtClean="0">
                <a:solidFill>
                  <a:prstClr val="black"/>
                </a:solidFill>
              </a:rPr>
              <a:t>는 암묵적으로 생략 가능</a:t>
            </a:r>
            <a:endParaRPr lang="en-US" altLang="ko-KR" sz="1800" dirty="0" smtClean="0">
              <a:solidFill>
                <a:prstClr val="black"/>
              </a:solidFill>
            </a:endParaRPr>
          </a:p>
          <a:p>
            <a:pPr lvl="1"/>
            <a:r>
              <a:rPr lang="en-US" altLang="ko-KR" sz="1800" dirty="0" smtClean="0">
                <a:solidFill>
                  <a:prstClr val="black"/>
                </a:solidFill>
              </a:rPr>
              <a:t>(</a:t>
            </a:r>
            <a:r>
              <a:rPr lang="en-US" altLang="ko-KR" sz="1800" dirty="0" smtClean="0">
                <a:solidFill>
                  <a:prstClr val="black"/>
                </a:solidFill>
              </a:rPr>
              <a:t>window</a:t>
            </a:r>
            <a:r>
              <a:rPr lang="en-US" altLang="ko-KR" sz="1800" dirty="0" smtClean="0">
                <a:solidFill>
                  <a:prstClr val="black"/>
                </a:solidFill>
              </a:rPr>
              <a:t>)</a:t>
            </a:r>
            <a:r>
              <a:rPr lang="ko-KR" altLang="en-US" sz="1800" dirty="0" smtClean="0">
                <a:solidFill>
                  <a:prstClr val="black"/>
                </a:solidFill>
              </a:rPr>
              <a:t>객체는 전역 변수로 창 그 자체를 의미</a:t>
            </a:r>
            <a:endParaRPr lang="en-US" altLang="ko-KR" sz="1800" dirty="0" smtClean="0">
              <a:solidFill>
                <a:prstClr val="black"/>
              </a:solidFill>
            </a:endParaRPr>
          </a:p>
          <a:p>
            <a:pPr lvl="1"/>
            <a:endParaRPr lang="en-US" altLang="ko-KR" sz="1800" b="1" dirty="0" smtClean="0">
              <a:solidFill>
                <a:prstClr val="black"/>
              </a:solidFill>
            </a:endParaRPr>
          </a:p>
          <a:p>
            <a:pPr lvl="1"/>
            <a:endParaRPr lang="en-US" sz="1900" b="1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430712" cy="383497"/>
          </a:xfrm>
        </p:spPr>
        <p:txBody>
          <a:bodyPr/>
          <a:lstStyle/>
          <a:p>
            <a:pPr lvl="0">
              <a:defRPr/>
            </a:pPr>
            <a:fld id="{2DA67E06-563C-4DAC-B352-5CBE54DE7B56}" type="slidenum">
              <a:rPr lang="en-US" smtClean="0"/>
              <a:pPr lvl="0">
                <a:defRPr/>
              </a:pPr>
              <a:t>4</a:t>
            </a:fld>
            <a:endParaRPr 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3037" y="2127250"/>
            <a:ext cx="6715125" cy="422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97546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800" dirty="0" smtClean="0"/>
              <a:t>요소 가져오기</a:t>
            </a:r>
            <a:endParaRPr lang="ko-KR" altLang="en-US" sz="28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72856" y="757400"/>
            <a:ext cx="11664220" cy="5740119"/>
          </a:xfrm>
        </p:spPr>
        <p:txBody>
          <a:bodyPr>
            <a:normAutofit/>
          </a:bodyPr>
          <a:lstStyle/>
          <a:p>
            <a:r>
              <a:rPr lang="en-US" altLang="ko-KR" sz="2200" b="1" dirty="0" err="1" smtClean="0">
                <a:solidFill>
                  <a:prstClr val="black"/>
                </a:solidFill>
              </a:rPr>
              <a:t>getElementsByTagName</a:t>
            </a:r>
            <a:r>
              <a:rPr lang="en-US" altLang="ko-KR" sz="2200" b="1" dirty="0" smtClean="0">
                <a:solidFill>
                  <a:prstClr val="black"/>
                </a:solidFill>
              </a:rPr>
              <a:t>()</a:t>
            </a:r>
            <a:endParaRPr lang="en-US" altLang="ko-KR" dirty="0"/>
          </a:p>
          <a:p>
            <a:pPr lvl="1"/>
            <a:endParaRPr lang="en-US" altLang="ko-KR" sz="1800" b="1" dirty="0" smtClean="0">
              <a:solidFill>
                <a:prstClr val="black"/>
              </a:solidFill>
            </a:endParaRPr>
          </a:p>
          <a:p>
            <a:pPr lvl="1"/>
            <a:endParaRPr lang="en-US" sz="1900" b="1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430712" cy="383497"/>
          </a:xfrm>
        </p:spPr>
        <p:txBody>
          <a:bodyPr/>
          <a:lstStyle/>
          <a:p>
            <a:pPr lvl="0">
              <a:defRPr/>
            </a:pPr>
            <a:fld id="{2DA67E06-563C-4DAC-B352-5CBE54DE7B56}" type="slidenum">
              <a:rPr lang="en-US" smtClean="0"/>
              <a:pPr lvl="0">
                <a:defRPr/>
              </a:pPr>
              <a:t>5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530552" y="5937314"/>
            <a:ext cx="9827106" cy="64633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 err="1" smtClean="0"/>
              <a:t>getElementsBy</a:t>
            </a:r>
            <a:r>
              <a:rPr lang="en-US" altLang="ko-KR" dirty="0" smtClean="0"/>
              <a:t>…</a:t>
            </a:r>
            <a:r>
              <a:rPr lang="ko-KR" altLang="en-US" dirty="0" smtClean="0"/>
              <a:t>의 </a:t>
            </a:r>
            <a:r>
              <a:rPr lang="ko-KR" altLang="en-US" dirty="0" err="1" smtClean="0"/>
              <a:t>반환값은</a:t>
            </a:r>
            <a:r>
              <a:rPr lang="ko-KR" altLang="en-US" dirty="0" smtClean="0"/>
              <a:t> </a:t>
            </a:r>
            <a:r>
              <a:rPr lang="ko-KR" altLang="en-US" i="1" u="sng" dirty="0" err="1" smtClean="0">
                <a:solidFill>
                  <a:srgbClr val="0000FF"/>
                </a:solidFill>
              </a:rPr>
              <a:t>유사배열</a:t>
            </a:r>
            <a:r>
              <a:rPr lang="ko-KR" altLang="en-US" dirty="0" err="1" smtClean="0"/>
              <a:t>이므로</a:t>
            </a:r>
            <a:r>
              <a:rPr lang="ko-KR" altLang="en-US" dirty="0" smtClean="0"/>
              <a:t> </a:t>
            </a:r>
            <a:r>
              <a:rPr lang="en-US" altLang="ko-KR" dirty="0" smtClean="0"/>
              <a:t>for in </a:t>
            </a:r>
            <a:r>
              <a:rPr lang="ko-KR" altLang="en-US" dirty="0" smtClean="0"/>
              <a:t>혹은 </a:t>
            </a:r>
            <a:r>
              <a:rPr lang="en-US" altLang="ko-KR" dirty="0" smtClean="0"/>
              <a:t>for of</a:t>
            </a:r>
            <a:r>
              <a:rPr lang="ko-KR" altLang="en-US" dirty="0" smtClean="0"/>
              <a:t>를 사용할 수 없음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smtClean="0"/>
              <a:t>따라서 </a:t>
            </a:r>
            <a:r>
              <a:rPr lang="en-US" altLang="ko-KR" dirty="0"/>
              <a:t>for(</a:t>
            </a:r>
            <a:r>
              <a:rPr lang="en-US" altLang="ko-KR" dirty="0" err="1"/>
              <a:t>var</a:t>
            </a:r>
            <a:r>
              <a:rPr lang="en-US" altLang="ko-KR" dirty="0"/>
              <a:t> </a:t>
            </a:r>
            <a:r>
              <a:rPr lang="en-US" altLang="ko-KR" dirty="0" err="1"/>
              <a:t>i</a:t>
            </a:r>
            <a:r>
              <a:rPr lang="en-US" altLang="ko-KR" dirty="0"/>
              <a:t>; </a:t>
            </a:r>
            <a:r>
              <a:rPr lang="en-US" altLang="ko-KR" dirty="0" err="1"/>
              <a:t>i</a:t>
            </a:r>
            <a:r>
              <a:rPr lang="en-US" altLang="ko-KR" dirty="0"/>
              <a:t>&lt;</a:t>
            </a:r>
            <a:r>
              <a:rPr lang="en-US" altLang="ko-KR" dirty="0" err="1"/>
              <a:t>lis.length</a:t>
            </a:r>
            <a:r>
              <a:rPr lang="en-US" altLang="ko-KR" dirty="0"/>
              <a:t>; </a:t>
            </a:r>
            <a:r>
              <a:rPr lang="en-US" altLang="ko-KR" dirty="0" err="1"/>
              <a:t>i</a:t>
            </a:r>
            <a:r>
              <a:rPr lang="en-US" altLang="ko-KR" dirty="0"/>
              <a:t>++)</a:t>
            </a:r>
            <a:r>
              <a:rPr lang="ko-KR" altLang="en-US" dirty="0"/>
              <a:t>형태로 사용하거나 </a:t>
            </a:r>
            <a:r>
              <a:rPr lang="ko-KR" altLang="en-US" dirty="0" smtClean="0"/>
              <a:t>확산 </a:t>
            </a:r>
            <a:r>
              <a:rPr lang="ko-KR" altLang="en-US" dirty="0"/>
              <a:t>연산자</a:t>
            </a:r>
            <a:r>
              <a:rPr lang="en-US" altLang="ko-KR" dirty="0"/>
              <a:t>(</a:t>
            </a:r>
            <a:r>
              <a:rPr lang="en-US" altLang="ko-KR" dirty="0">
                <a:solidFill>
                  <a:srgbClr val="0000FF"/>
                </a:solidFill>
              </a:rPr>
              <a:t>…</a:t>
            </a:r>
            <a:r>
              <a:rPr lang="en-US" altLang="ko-KR" dirty="0"/>
              <a:t>)</a:t>
            </a:r>
            <a:r>
              <a:rPr lang="ko-KR" altLang="en-US" dirty="0"/>
              <a:t>를 이용해</a:t>
            </a:r>
            <a:r>
              <a:rPr lang="en-US" altLang="ko-KR" dirty="0"/>
              <a:t> </a:t>
            </a:r>
            <a:r>
              <a:rPr lang="ko-KR" altLang="en-US" dirty="0" err="1"/>
              <a:t>배열화</a:t>
            </a:r>
            <a:r>
              <a:rPr lang="ko-KR" altLang="en-US" dirty="0"/>
              <a:t> 할 수 </a:t>
            </a:r>
            <a:r>
              <a:rPr lang="ko-KR" altLang="en-US" dirty="0" smtClean="0"/>
              <a:t>있</a:t>
            </a:r>
            <a:r>
              <a:rPr lang="ko-KR" altLang="en-US" dirty="0"/>
              <a:t>음</a:t>
            </a:r>
            <a:endParaRPr lang="en-US" altLang="ko-KR" dirty="0" smtClean="0"/>
          </a:p>
        </p:txBody>
      </p:sp>
      <p:sp>
        <p:nvSpPr>
          <p:cNvPr id="4" name="TextBox 3"/>
          <p:cNvSpPr txBox="1"/>
          <p:nvPr/>
        </p:nvSpPr>
        <p:spPr>
          <a:xfrm>
            <a:off x="8794916" y="98318"/>
            <a:ext cx="339708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복사</a:t>
            </a:r>
            <a:r>
              <a:rPr lang="en-US" dirty="0" smtClean="0"/>
              <a:t> </a:t>
            </a:r>
            <a:r>
              <a:rPr lang="ko-KR" altLang="en-US" dirty="0" err="1" smtClean="0"/>
              <a:t>붙여넣기를</a:t>
            </a:r>
            <a:r>
              <a:rPr lang="ko-KR" altLang="en-US" dirty="0"/>
              <a:t> </a:t>
            </a:r>
            <a:r>
              <a:rPr lang="ko-KR" altLang="en-US" dirty="0" smtClean="0"/>
              <a:t>하는 과정에</a:t>
            </a:r>
            <a:endParaRPr lang="en-US" altLang="ko-KR" dirty="0" smtClean="0"/>
          </a:p>
          <a:p>
            <a:r>
              <a:rPr lang="ko-KR" altLang="en-US" dirty="0" smtClean="0"/>
              <a:t>코드가 잘못 인식될 수 있으므로</a:t>
            </a:r>
            <a:endParaRPr lang="en-US" altLang="ko-KR" dirty="0" smtClean="0"/>
          </a:p>
          <a:p>
            <a:r>
              <a:rPr lang="ko-KR" altLang="en-US" dirty="0" smtClean="0"/>
              <a:t>타이핑으로 테스트하세요</a:t>
            </a:r>
            <a:endParaRPr lang="en-US" dirty="0"/>
          </a:p>
        </p:txBody>
      </p:sp>
      <p:sp>
        <p:nvSpPr>
          <p:cNvPr id="8" name="직사각형 7"/>
          <p:cNvSpPr/>
          <p:nvPr/>
        </p:nvSpPr>
        <p:spPr>
          <a:xfrm>
            <a:off x="538866" y="1275019"/>
            <a:ext cx="11123892" cy="452431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US" sz="1600" dirty="0">
                <a:solidFill>
                  <a:srgbClr val="569CD6"/>
                </a:solidFill>
                <a:latin typeface="Consolas" panose="020B0609020204030204" pitchFamily="49" charset="0"/>
              </a:rPr>
              <a:t>p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An unordered list: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US" sz="1600" dirty="0">
                <a:solidFill>
                  <a:srgbClr val="569CD6"/>
                </a:solidFill>
                <a:latin typeface="Consolas" panose="020B0609020204030204" pitchFamily="49" charset="0"/>
              </a:rPr>
              <a:t>p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sz="16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       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US" sz="1600" dirty="0" err="1">
                <a:solidFill>
                  <a:srgbClr val="569CD6"/>
                </a:solidFill>
                <a:latin typeface="Consolas" panose="020B0609020204030204" pitchFamily="49" charset="0"/>
              </a:rPr>
              <a:t>ul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sz="16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           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US" sz="1600" dirty="0">
                <a:solidFill>
                  <a:srgbClr val="569CD6"/>
                </a:solidFill>
                <a:latin typeface="Consolas" panose="020B0609020204030204" pitchFamily="49" charset="0"/>
              </a:rPr>
              <a:t>li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Coffee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US" sz="1600" dirty="0">
                <a:solidFill>
                  <a:srgbClr val="569CD6"/>
                </a:solidFill>
                <a:latin typeface="Consolas" panose="020B0609020204030204" pitchFamily="49" charset="0"/>
              </a:rPr>
              <a:t>li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sz="16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           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US" sz="1600" dirty="0">
                <a:solidFill>
                  <a:srgbClr val="569CD6"/>
                </a:solidFill>
                <a:latin typeface="Consolas" panose="020B0609020204030204" pitchFamily="49" charset="0"/>
              </a:rPr>
              <a:t>li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Tea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US" sz="1600" dirty="0">
                <a:solidFill>
                  <a:srgbClr val="569CD6"/>
                </a:solidFill>
                <a:latin typeface="Consolas" panose="020B0609020204030204" pitchFamily="49" charset="0"/>
              </a:rPr>
              <a:t>li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sz="16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           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US" sz="1600" dirty="0">
                <a:solidFill>
                  <a:srgbClr val="569CD6"/>
                </a:solidFill>
                <a:latin typeface="Consolas" panose="020B0609020204030204" pitchFamily="49" charset="0"/>
              </a:rPr>
              <a:t>li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Milk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US" sz="1600" dirty="0">
                <a:solidFill>
                  <a:srgbClr val="569CD6"/>
                </a:solidFill>
                <a:latin typeface="Consolas" panose="020B0609020204030204" pitchFamily="49" charset="0"/>
              </a:rPr>
              <a:t>li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sz="16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       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US" sz="1600" dirty="0" err="1">
                <a:solidFill>
                  <a:srgbClr val="569CD6"/>
                </a:solidFill>
                <a:latin typeface="Consolas" panose="020B0609020204030204" pitchFamily="49" charset="0"/>
              </a:rPr>
              <a:t>ul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sz="16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US" sz="1600" dirty="0">
                <a:solidFill>
                  <a:srgbClr val="569CD6"/>
                </a:solidFill>
                <a:latin typeface="Consolas" panose="020B0609020204030204" pitchFamily="49" charset="0"/>
              </a:rPr>
              <a:t>button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 err="1">
                <a:solidFill>
                  <a:srgbClr val="9CDCFE"/>
                </a:solidFill>
                <a:latin typeface="Consolas" panose="020B0609020204030204" pitchFamily="49" charset="0"/>
              </a:rPr>
              <a:t>onclick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sz="1600" dirty="0" err="1">
                <a:solidFill>
                  <a:srgbClr val="DCDCAA"/>
                </a:solidFill>
                <a:latin typeface="Consolas" panose="020B0609020204030204" pitchFamily="49" charset="0"/>
              </a:rPr>
              <a:t>myFunction</a:t>
            </a:r>
            <a:r>
              <a:rPr lang="en-US" sz="1600" dirty="0">
                <a:solidFill>
                  <a:srgbClr val="CE9178"/>
                </a:solidFill>
                <a:latin typeface="Consolas" panose="020B0609020204030204" pitchFamily="49" charset="0"/>
              </a:rPr>
              <a:t>()"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Try it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US" sz="1600" dirty="0">
                <a:solidFill>
                  <a:srgbClr val="569CD6"/>
                </a:solidFill>
                <a:latin typeface="Consolas" panose="020B0609020204030204" pitchFamily="49" charset="0"/>
              </a:rPr>
              <a:t>button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sz="16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US" sz="1600" dirty="0">
                <a:solidFill>
                  <a:srgbClr val="569CD6"/>
                </a:solidFill>
                <a:latin typeface="Consolas" panose="020B0609020204030204" pitchFamily="49" charset="0"/>
              </a:rPr>
              <a:t>p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>
                <a:solidFill>
                  <a:srgbClr val="9CDCFE"/>
                </a:solidFill>
                <a:latin typeface="Consolas" panose="020B0609020204030204" pitchFamily="49" charset="0"/>
              </a:rPr>
              <a:t>id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CE9178"/>
                </a:solidFill>
                <a:latin typeface="Consolas" panose="020B0609020204030204" pitchFamily="49" charset="0"/>
              </a:rPr>
              <a:t>"demo"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&gt;&lt;/</a:t>
            </a:r>
            <a:r>
              <a:rPr lang="en-US" sz="1600" dirty="0">
                <a:solidFill>
                  <a:srgbClr val="569CD6"/>
                </a:solidFill>
                <a:latin typeface="Consolas" panose="020B0609020204030204" pitchFamily="49" charset="0"/>
              </a:rPr>
              <a:t>p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sz="16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</a:p>
          <a:p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US" sz="1600" dirty="0">
                <a:solidFill>
                  <a:srgbClr val="569CD6"/>
                </a:solidFill>
                <a:latin typeface="Consolas" panose="020B0609020204030204" pitchFamily="49" charset="0"/>
              </a:rPr>
              <a:t>script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sz="16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       </a:t>
            </a:r>
            <a:r>
              <a:rPr lang="en-US" sz="1600" dirty="0">
                <a:solidFill>
                  <a:srgbClr val="569CD6"/>
                </a:solidFill>
                <a:latin typeface="Consolas" panose="020B0609020204030204" pitchFamily="49" charset="0"/>
              </a:rPr>
              <a:t>function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 err="1">
                <a:solidFill>
                  <a:srgbClr val="DCDCAA"/>
                </a:solidFill>
                <a:latin typeface="Consolas" panose="020B0609020204030204" pitchFamily="49" charset="0"/>
              </a:rPr>
              <a:t>myFunction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() {</a:t>
            </a:r>
          </a:p>
          <a:p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           </a:t>
            </a:r>
            <a:r>
              <a:rPr lang="en-US" sz="1600" dirty="0" err="1">
                <a:solidFill>
                  <a:srgbClr val="569CD6"/>
                </a:solidFill>
                <a:latin typeface="Consolas" panose="020B0609020204030204" pitchFamily="49" charset="0"/>
              </a:rPr>
              <a:t>var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>
                <a:solidFill>
                  <a:srgbClr val="9CDCFE"/>
                </a:solidFill>
                <a:latin typeface="Consolas" panose="020B0609020204030204" pitchFamily="49" charset="0"/>
              </a:rPr>
              <a:t>x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= </a:t>
            </a:r>
            <a:r>
              <a:rPr lang="en-US" sz="1600" dirty="0" err="1">
                <a:solidFill>
                  <a:srgbClr val="9CDCFE"/>
                </a:solidFill>
                <a:latin typeface="Consolas" panose="020B0609020204030204" pitchFamily="49" charset="0"/>
              </a:rPr>
              <a:t>document</a:t>
            </a:r>
            <a:r>
              <a:rPr lang="en-US" sz="1600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DCDCAA"/>
                </a:solidFill>
                <a:latin typeface="Consolas" panose="020B0609020204030204" pitchFamily="49" charset="0"/>
              </a:rPr>
              <a:t>getElementsByTagName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CE9178"/>
                </a:solidFill>
                <a:latin typeface="Consolas" panose="020B0609020204030204" pitchFamily="49" charset="0"/>
              </a:rPr>
              <a:t>"LI"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);                                    </a:t>
            </a:r>
          </a:p>
          <a:p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           </a:t>
            </a:r>
            <a:r>
              <a:rPr lang="en-US" sz="1600" dirty="0" err="1">
                <a:solidFill>
                  <a:srgbClr val="9CDCFE"/>
                </a:solidFill>
                <a:latin typeface="Consolas" panose="020B0609020204030204" pitchFamily="49" charset="0"/>
              </a:rPr>
              <a:t>document</a:t>
            </a:r>
            <a:r>
              <a:rPr lang="en-US" sz="1600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DCDCAA"/>
                </a:solidFill>
                <a:latin typeface="Consolas" panose="020B0609020204030204" pitchFamily="49" charset="0"/>
              </a:rPr>
              <a:t>getElementById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CE9178"/>
                </a:solidFill>
                <a:latin typeface="Consolas" panose="020B0609020204030204" pitchFamily="49" charset="0"/>
              </a:rPr>
              <a:t>"demo"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).</a:t>
            </a:r>
            <a:r>
              <a:rPr lang="en-US" sz="1600" dirty="0" err="1">
                <a:solidFill>
                  <a:srgbClr val="9CDCFE"/>
                </a:solidFill>
                <a:latin typeface="Consolas" panose="020B0609020204030204" pitchFamily="49" charset="0"/>
              </a:rPr>
              <a:t>innerHTML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= </a:t>
            </a:r>
            <a:r>
              <a:rPr lang="en-US" sz="1600" dirty="0">
                <a:solidFill>
                  <a:srgbClr val="9CDCFE"/>
                </a:solidFill>
                <a:latin typeface="Consolas" panose="020B0609020204030204" pitchFamily="49" charset="0"/>
              </a:rPr>
              <a:t>x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[</a:t>
            </a:r>
            <a:r>
              <a:rPr lang="en-US" sz="1600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].</a:t>
            </a:r>
            <a:r>
              <a:rPr lang="en-US" sz="1600" dirty="0" err="1">
                <a:solidFill>
                  <a:srgbClr val="9CDCFE"/>
                </a:solidFill>
                <a:latin typeface="Consolas" panose="020B0609020204030204" pitchFamily="49" charset="0"/>
              </a:rPr>
              <a:t>innerHTML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           </a:t>
            </a:r>
            <a:r>
              <a:rPr lang="en-US" sz="1600" dirty="0">
                <a:solidFill>
                  <a:srgbClr val="C586C0"/>
                </a:solidFill>
                <a:latin typeface="Consolas" panose="020B0609020204030204" pitchFamily="49" charset="0"/>
              </a:rPr>
              <a:t>for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(</a:t>
            </a:r>
            <a:r>
              <a:rPr lang="en-US" sz="1600" dirty="0" err="1">
                <a:solidFill>
                  <a:srgbClr val="569CD6"/>
                </a:solidFill>
                <a:latin typeface="Consolas" panose="020B0609020204030204" pitchFamily="49" charset="0"/>
              </a:rPr>
              <a:t>var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 err="1">
                <a:solidFill>
                  <a:srgbClr val="9CDCFE"/>
                </a:solidFill>
                <a:latin typeface="Consolas" panose="020B0609020204030204" pitchFamily="49" charset="0"/>
              </a:rPr>
              <a:t>i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>
                <a:solidFill>
                  <a:srgbClr val="569CD6"/>
                </a:solidFill>
                <a:latin typeface="Consolas" panose="020B0609020204030204" pitchFamily="49" charset="0"/>
              </a:rPr>
              <a:t>in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[...</a:t>
            </a:r>
            <a:r>
              <a:rPr lang="en-US" sz="1600" dirty="0">
                <a:solidFill>
                  <a:srgbClr val="9CDCFE"/>
                </a:solidFill>
                <a:latin typeface="Consolas" panose="020B0609020204030204" pitchFamily="49" charset="0"/>
              </a:rPr>
              <a:t>x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]) {</a:t>
            </a:r>
          </a:p>
          <a:p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               </a:t>
            </a:r>
            <a:r>
              <a:rPr lang="en-US" sz="1600" dirty="0">
                <a:solidFill>
                  <a:srgbClr val="9CDCFE"/>
                </a:solidFill>
                <a:latin typeface="Consolas" panose="020B0609020204030204" pitchFamily="49" charset="0"/>
              </a:rPr>
              <a:t>x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[</a:t>
            </a:r>
            <a:r>
              <a:rPr lang="en-US" sz="1600" dirty="0" err="1">
                <a:solidFill>
                  <a:srgbClr val="9CDCFE"/>
                </a:solidFill>
                <a:latin typeface="Consolas" panose="020B0609020204030204" pitchFamily="49" charset="0"/>
              </a:rPr>
              <a:t>i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].</a:t>
            </a:r>
            <a:r>
              <a:rPr lang="en-US" sz="1600" dirty="0" err="1">
                <a:solidFill>
                  <a:srgbClr val="9CDCFE"/>
                </a:solidFill>
                <a:latin typeface="Consolas" panose="020B0609020204030204" pitchFamily="49" charset="0"/>
              </a:rPr>
              <a:t>style</a:t>
            </a:r>
            <a:r>
              <a:rPr lang="en-US" sz="1600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9CDCFE"/>
                </a:solidFill>
                <a:latin typeface="Consolas" panose="020B0609020204030204" pitchFamily="49" charset="0"/>
              </a:rPr>
              <a:t>color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= </a:t>
            </a:r>
            <a:r>
              <a:rPr lang="en-US" sz="1600" dirty="0">
                <a:solidFill>
                  <a:srgbClr val="CE9178"/>
                </a:solidFill>
                <a:latin typeface="Consolas" panose="020B0609020204030204" pitchFamily="49" charset="0"/>
              </a:rPr>
              <a:t>'green'</a:t>
            </a:r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           }</a:t>
            </a:r>
          </a:p>
          <a:p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       }        </a:t>
            </a:r>
          </a:p>
          <a:p>
            <a:r>
              <a:rPr lang="en-US" sz="1600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US" sz="1600" dirty="0">
                <a:solidFill>
                  <a:srgbClr val="569CD6"/>
                </a:solidFill>
                <a:latin typeface="Consolas" panose="020B0609020204030204" pitchFamily="49" charset="0"/>
              </a:rPr>
              <a:t>script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sz="16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4087846" y="848025"/>
            <a:ext cx="2136803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en-US" dirty="0" smtClean="0">
                <a:solidFill>
                  <a:schemeClr val="tx1"/>
                </a:solidFill>
              </a:rPr>
              <a:t>w3schools.com </a:t>
            </a:r>
            <a:r>
              <a:rPr lang="ko-KR" altLang="en-US" dirty="0" smtClean="0">
                <a:solidFill>
                  <a:schemeClr val="tx1"/>
                </a:solidFill>
              </a:rPr>
              <a:t>참조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635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800" dirty="0"/>
              <a:t>요소 가져오기</a:t>
            </a:r>
            <a:endParaRPr lang="ko-KR" altLang="en-US" sz="28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72856" y="757400"/>
            <a:ext cx="11664220" cy="5740119"/>
          </a:xfrm>
        </p:spPr>
        <p:txBody>
          <a:bodyPr>
            <a:normAutofit/>
          </a:bodyPr>
          <a:lstStyle/>
          <a:p>
            <a:r>
              <a:rPr lang="en-US" altLang="ko-KR" sz="2200" b="1" dirty="0" err="1">
                <a:solidFill>
                  <a:prstClr val="black"/>
                </a:solidFill>
              </a:rPr>
              <a:t>getElementsByName</a:t>
            </a:r>
            <a:r>
              <a:rPr lang="en-US" altLang="ko-KR" sz="2200" b="1" dirty="0">
                <a:solidFill>
                  <a:prstClr val="black"/>
                </a:solidFill>
              </a:rPr>
              <a:t>()</a:t>
            </a:r>
            <a:endParaRPr lang="en-US" altLang="ko-KR" sz="1800" b="1" dirty="0" smtClean="0">
              <a:solidFill>
                <a:prstClr val="black"/>
              </a:solidFill>
            </a:endParaRPr>
          </a:p>
          <a:p>
            <a:pPr lvl="1"/>
            <a:endParaRPr lang="en-US" sz="1900" b="1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430712" cy="383497"/>
          </a:xfrm>
        </p:spPr>
        <p:txBody>
          <a:bodyPr/>
          <a:lstStyle/>
          <a:p>
            <a:pPr lvl="0">
              <a:defRPr/>
            </a:pPr>
            <a:fld id="{2DA67E06-563C-4DAC-B352-5CBE54DE7B56}" type="slidenum">
              <a:rPr lang="en-US" smtClean="0"/>
              <a:pPr lvl="0">
                <a:defRPr/>
              </a:pPr>
              <a:t>6</a:t>
            </a:fld>
            <a:endParaRPr lang="en-US"/>
          </a:p>
        </p:txBody>
      </p:sp>
      <p:sp>
        <p:nvSpPr>
          <p:cNvPr id="4" name="직사각형 3"/>
          <p:cNvSpPr/>
          <p:nvPr/>
        </p:nvSpPr>
        <p:spPr>
          <a:xfrm>
            <a:off x="513927" y="1413683"/>
            <a:ext cx="9843732" cy="424731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 smtClean="0">
                <a:solidFill>
                  <a:srgbClr val="D4D4D4"/>
                </a:solidFill>
                <a:latin typeface="Consolas" panose="020B0609020204030204" pitchFamily="49" charset="0"/>
              </a:rPr>
              <a:t>    First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Name: 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input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name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dirty="0" err="1">
                <a:solidFill>
                  <a:srgbClr val="CE9178"/>
                </a:solidFill>
                <a:latin typeface="Consolas" panose="020B0609020204030204" pitchFamily="49" charset="0"/>
              </a:rPr>
              <a:t>fname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type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"text"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value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"Michael"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&gt;&lt;</a:t>
            </a:r>
            <a:r>
              <a:rPr lang="en-US" dirty="0" err="1">
                <a:solidFill>
                  <a:srgbClr val="569CD6"/>
                </a:solidFill>
                <a:latin typeface="Consolas" panose="020B0609020204030204" pitchFamily="49" charset="0"/>
              </a:rPr>
              <a:t>br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   First Name: 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input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name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dirty="0" err="1">
                <a:solidFill>
                  <a:srgbClr val="CE9178"/>
                </a:solidFill>
                <a:latin typeface="Consolas" panose="020B0609020204030204" pitchFamily="49" charset="0"/>
              </a:rPr>
              <a:t>fname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type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"text"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value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"Doug"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/>
            </a:r>
            <a:b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p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Click the button </a:t>
            </a:r>
            <a:r>
              <a:rPr lang="en-US" dirty="0" smtClean="0">
                <a:solidFill>
                  <a:srgbClr val="D4D4D4"/>
                </a:solidFill>
                <a:latin typeface="Consolas" panose="020B0609020204030204" pitchFamily="49" charset="0"/>
              </a:rPr>
              <a:t>…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  <a:r>
              <a:rPr lang="en-US" dirty="0" smtClean="0">
                <a:solidFill>
                  <a:srgbClr val="D4D4D4"/>
                </a:solidFill>
                <a:latin typeface="Consolas" panose="020B0609020204030204" pitchFamily="49" charset="0"/>
              </a:rPr>
              <a:t>value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"</a:t>
            </a:r>
            <a:r>
              <a:rPr lang="en-US" dirty="0" err="1">
                <a:solidFill>
                  <a:srgbClr val="D4D4D4"/>
                </a:solidFill>
                <a:latin typeface="Consolas" panose="020B0609020204030204" pitchFamily="49" charset="0"/>
              </a:rPr>
              <a:t>fname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".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p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/>
            </a:r>
            <a:b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button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dirty="0" err="1">
                <a:solidFill>
                  <a:srgbClr val="9CDCFE"/>
                </a:solidFill>
                <a:latin typeface="Consolas" panose="020B0609020204030204" pitchFamily="49" charset="0"/>
              </a:rPr>
              <a:t>onclick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dirty="0" err="1">
                <a:solidFill>
                  <a:srgbClr val="DCDCAA"/>
                </a:solidFill>
                <a:latin typeface="Consolas" panose="020B0609020204030204" pitchFamily="49" charset="0"/>
              </a:rPr>
              <a:t>myFunction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()"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Try it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button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/>
            </a:r>
            <a:b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p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id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"demo"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&gt;&lt;/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p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/>
            </a:r>
            <a:b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script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       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function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dirty="0" err="1">
                <a:solidFill>
                  <a:srgbClr val="DCDCAA"/>
                </a:solidFill>
                <a:latin typeface="Consolas" panose="020B0609020204030204" pitchFamily="49" charset="0"/>
              </a:rPr>
              <a:t>myFunction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() {</a:t>
            </a:r>
          </a:p>
          <a:p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           </a:t>
            </a:r>
            <a:r>
              <a:rPr lang="en-US" dirty="0" err="1">
                <a:solidFill>
                  <a:srgbClr val="569CD6"/>
                </a:solidFill>
                <a:latin typeface="Consolas" panose="020B0609020204030204" pitchFamily="49" charset="0"/>
              </a:rPr>
              <a:t>var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x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= </a:t>
            </a:r>
            <a:r>
              <a:rPr lang="en-US" dirty="0" err="1">
                <a:solidFill>
                  <a:srgbClr val="9CDCFE"/>
                </a:solidFill>
                <a:latin typeface="Consolas" panose="020B0609020204030204" pitchFamily="49" charset="0"/>
              </a:rPr>
              <a:t>document</a:t>
            </a:r>
            <a:r>
              <a:rPr lang="en-US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DCDCAA"/>
                </a:solidFill>
                <a:latin typeface="Consolas" panose="020B0609020204030204" pitchFamily="49" charset="0"/>
              </a:rPr>
              <a:t>getElement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</a:rPr>
              <a:t>s</a:t>
            </a:r>
            <a:r>
              <a:rPr lang="en-US" dirty="0" err="1">
                <a:solidFill>
                  <a:srgbClr val="DCDCAA"/>
                </a:solidFill>
                <a:latin typeface="Consolas" panose="020B0609020204030204" pitchFamily="49" charset="0"/>
              </a:rPr>
              <a:t>ByName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dirty="0" err="1">
                <a:solidFill>
                  <a:srgbClr val="CE9178"/>
                </a:solidFill>
                <a:latin typeface="Consolas" panose="020B0609020204030204" pitchFamily="49" charset="0"/>
              </a:rPr>
              <a:t>fname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)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[</a:t>
            </a:r>
            <a:r>
              <a:rPr lang="en-US" dirty="0">
                <a:solidFill>
                  <a:srgbClr val="B5CEA8"/>
                </a:solidFill>
                <a:latin typeface="Consolas" panose="020B0609020204030204" pitchFamily="49" charset="0"/>
              </a:rPr>
              <a:t>0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]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9CDCFE"/>
                </a:solidFill>
                <a:latin typeface="Consolas" panose="020B0609020204030204" pitchFamily="49" charset="0"/>
              </a:rPr>
              <a:t>tagName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           </a:t>
            </a:r>
            <a:r>
              <a:rPr lang="en-US" dirty="0" err="1">
                <a:solidFill>
                  <a:srgbClr val="9CDCFE"/>
                </a:solidFill>
                <a:latin typeface="Consolas" panose="020B0609020204030204" pitchFamily="49" charset="0"/>
              </a:rPr>
              <a:t>document</a:t>
            </a:r>
            <a:r>
              <a:rPr lang="en-US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DCDCAA"/>
                </a:solidFill>
                <a:latin typeface="Consolas" panose="020B0609020204030204" pitchFamily="49" charset="0"/>
              </a:rPr>
              <a:t>getElementById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"demo"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).</a:t>
            </a:r>
            <a:r>
              <a:rPr lang="en-US" dirty="0" err="1">
                <a:solidFill>
                  <a:srgbClr val="9CDCFE"/>
                </a:solidFill>
                <a:latin typeface="Consolas" panose="020B0609020204030204" pitchFamily="49" charset="0"/>
              </a:rPr>
              <a:t>innerHTML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= 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x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       }</a:t>
            </a:r>
          </a:p>
          <a:p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script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0611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800" dirty="0"/>
              <a:t>요소 가져오기</a:t>
            </a:r>
            <a:endParaRPr lang="ko-KR" altLang="en-US" sz="28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72856" y="757400"/>
            <a:ext cx="11664220" cy="5740119"/>
          </a:xfrm>
        </p:spPr>
        <p:txBody>
          <a:bodyPr>
            <a:normAutofit/>
          </a:bodyPr>
          <a:lstStyle/>
          <a:p>
            <a:r>
              <a:rPr lang="en-US" altLang="ko-KR" sz="2200" b="1" dirty="0" err="1">
                <a:solidFill>
                  <a:prstClr val="black"/>
                </a:solidFill>
              </a:rPr>
              <a:t>getElementById</a:t>
            </a:r>
            <a:r>
              <a:rPr lang="en-US" altLang="ko-KR" sz="2200" b="1" dirty="0">
                <a:solidFill>
                  <a:prstClr val="black"/>
                </a:solidFill>
              </a:rPr>
              <a:t>()</a:t>
            </a:r>
            <a:endParaRPr lang="en-US" altLang="ko-KR" sz="1800" b="1" dirty="0" smtClean="0">
              <a:solidFill>
                <a:prstClr val="black"/>
              </a:solidFill>
            </a:endParaRPr>
          </a:p>
          <a:p>
            <a:pPr lvl="1"/>
            <a:endParaRPr lang="en-US" sz="1900" b="1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430712" cy="383497"/>
          </a:xfrm>
        </p:spPr>
        <p:txBody>
          <a:bodyPr/>
          <a:lstStyle/>
          <a:p>
            <a:pPr lvl="0">
              <a:defRPr/>
            </a:pPr>
            <a:fld id="{2DA67E06-563C-4DAC-B352-5CBE54DE7B56}" type="slidenum">
              <a:rPr lang="en-US" smtClean="0"/>
              <a:pPr lvl="0">
                <a:defRPr/>
              </a:pPr>
              <a:t>7</a:t>
            </a:fld>
            <a:endParaRPr lang="en-US"/>
          </a:p>
        </p:txBody>
      </p:sp>
      <p:sp>
        <p:nvSpPr>
          <p:cNvPr id="6" name="직사각형 5"/>
          <p:cNvSpPr/>
          <p:nvPr/>
        </p:nvSpPr>
        <p:spPr>
          <a:xfrm>
            <a:off x="588741" y="1330142"/>
            <a:ext cx="9827106" cy="2585323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p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id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"demo"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Click the button to change the text in this paragraph.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p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/>
            </a:r>
            <a:b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button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dirty="0" err="1">
                <a:solidFill>
                  <a:srgbClr val="9CDCFE"/>
                </a:solidFill>
                <a:latin typeface="Consolas" panose="020B0609020204030204" pitchFamily="49" charset="0"/>
              </a:rPr>
              <a:t>onclick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dirty="0" err="1">
                <a:solidFill>
                  <a:srgbClr val="DCDCAA"/>
                </a:solidFill>
                <a:latin typeface="Consolas" panose="020B0609020204030204" pitchFamily="49" charset="0"/>
              </a:rPr>
              <a:t>myFunction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()"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Try it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button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/>
            </a:r>
            <a:b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script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       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function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dirty="0" err="1">
                <a:solidFill>
                  <a:srgbClr val="DCDCAA"/>
                </a:solidFill>
                <a:latin typeface="Consolas" panose="020B0609020204030204" pitchFamily="49" charset="0"/>
              </a:rPr>
              <a:t>myFunction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() {</a:t>
            </a:r>
          </a:p>
          <a:p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           </a:t>
            </a:r>
            <a:r>
              <a:rPr lang="en-US" dirty="0" err="1">
                <a:solidFill>
                  <a:srgbClr val="9CDCFE"/>
                </a:solidFill>
                <a:latin typeface="Consolas" panose="020B0609020204030204" pitchFamily="49" charset="0"/>
              </a:rPr>
              <a:t>document</a:t>
            </a:r>
            <a:r>
              <a:rPr lang="en-US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DCDCAA"/>
                </a:solidFill>
                <a:latin typeface="Consolas" panose="020B0609020204030204" pitchFamily="49" charset="0"/>
              </a:rPr>
              <a:t>getElementById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"demo"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).</a:t>
            </a:r>
            <a:r>
              <a:rPr lang="en-US" dirty="0" err="1">
                <a:solidFill>
                  <a:srgbClr val="9CDCFE"/>
                </a:solidFill>
                <a:latin typeface="Consolas" panose="020B0609020204030204" pitchFamily="49" charset="0"/>
              </a:rPr>
              <a:t>innerHTML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= 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"Hello World"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       }</a:t>
            </a:r>
          </a:p>
          <a:p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script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741" y="3976492"/>
            <a:ext cx="5018438" cy="8200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5451544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800" dirty="0"/>
              <a:t>요소 가져오기</a:t>
            </a:r>
            <a:endParaRPr lang="ko-KR" altLang="en-US" sz="28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72856" y="576425"/>
            <a:ext cx="11664220" cy="5740119"/>
          </a:xfrm>
        </p:spPr>
        <p:txBody>
          <a:bodyPr>
            <a:normAutofit/>
          </a:bodyPr>
          <a:lstStyle/>
          <a:p>
            <a:r>
              <a:rPr lang="en-US" altLang="ko-KR" sz="2200" b="1" dirty="0" err="1">
                <a:solidFill>
                  <a:prstClr val="black"/>
                </a:solidFill>
              </a:rPr>
              <a:t>querySelector</a:t>
            </a:r>
            <a:r>
              <a:rPr lang="en-US" altLang="ko-KR" sz="2200" b="1" dirty="0">
                <a:solidFill>
                  <a:prstClr val="black"/>
                </a:solidFill>
              </a:rPr>
              <a:t>()</a:t>
            </a:r>
            <a:endParaRPr lang="en-US" altLang="ko-KR" sz="1800" b="1" dirty="0" smtClean="0">
              <a:solidFill>
                <a:prstClr val="black"/>
              </a:solidFill>
            </a:endParaRPr>
          </a:p>
          <a:p>
            <a:pPr lvl="1"/>
            <a:endParaRPr lang="en-US" sz="1900" b="1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430712" cy="383497"/>
          </a:xfrm>
        </p:spPr>
        <p:txBody>
          <a:bodyPr/>
          <a:lstStyle/>
          <a:p>
            <a:pPr lvl="0">
              <a:defRPr/>
            </a:pPr>
            <a:fld id="{2DA67E06-563C-4DAC-B352-5CBE54DE7B56}" type="slidenum">
              <a:rPr lang="en-US" smtClean="0"/>
              <a:pPr lvl="0">
                <a:defRPr/>
              </a:pPr>
              <a:t>8</a:t>
            </a:fld>
            <a:endParaRPr lang="en-US"/>
          </a:p>
        </p:txBody>
      </p:sp>
      <p:sp>
        <p:nvSpPr>
          <p:cNvPr id="4" name="직사각형 3"/>
          <p:cNvSpPr/>
          <p:nvPr/>
        </p:nvSpPr>
        <p:spPr>
          <a:xfrm>
            <a:off x="530552" y="1157756"/>
            <a:ext cx="10408997" cy="341632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h2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class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"example"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A heading with class="example"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h2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p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class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"example"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A paragraph with class="example".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p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/>
            </a:r>
            <a:b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p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Click the button to add </a:t>
            </a:r>
            <a:r>
              <a:rPr lang="en-US" dirty="0" smtClean="0">
                <a:solidFill>
                  <a:srgbClr val="D4D4D4"/>
                </a:solidFill>
                <a:latin typeface="Consolas" panose="020B0609020204030204" pitchFamily="49" charset="0"/>
              </a:rPr>
              <a:t>. . . 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in the document with class="example".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p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/>
            </a:r>
            <a:b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button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dirty="0" err="1">
                <a:solidFill>
                  <a:srgbClr val="9CDCFE"/>
                </a:solidFill>
                <a:latin typeface="Consolas" panose="020B0609020204030204" pitchFamily="49" charset="0"/>
              </a:rPr>
              <a:t>onclick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dirty="0" err="1">
                <a:solidFill>
                  <a:srgbClr val="DCDCAA"/>
                </a:solidFill>
                <a:latin typeface="Consolas" panose="020B0609020204030204" pitchFamily="49" charset="0"/>
              </a:rPr>
              <a:t>myFunction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()"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Try it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button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/>
            </a:r>
            <a:b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script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       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function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dirty="0" err="1">
                <a:solidFill>
                  <a:srgbClr val="DCDCAA"/>
                </a:solidFill>
                <a:latin typeface="Consolas" panose="020B0609020204030204" pitchFamily="49" charset="0"/>
              </a:rPr>
              <a:t>myFunction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() {</a:t>
            </a:r>
          </a:p>
          <a:p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           </a:t>
            </a:r>
            <a:r>
              <a:rPr lang="en-US" dirty="0" err="1">
                <a:solidFill>
                  <a:srgbClr val="9CDCFE"/>
                </a:solidFill>
                <a:latin typeface="Consolas" panose="020B0609020204030204" pitchFamily="49" charset="0"/>
              </a:rPr>
              <a:t>document</a:t>
            </a:r>
            <a:r>
              <a:rPr lang="en-US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DCDCAA"/>
                </a:solidFill>
                <a:latin typeface="Consolas" panose="020B0609020204030204" pitchFamily="49" charset="0"/>
              </a:rPr>
              <a:t>querySelector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".example"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).</a:t>
            </a:r>
            <a:r>
              <a:rPr lang="en-US" dirty="0" err="1">
                <a:solidFill>
                  <a:srgbClr val="9CDCFE"/>
                </a:solidFill>
                <a:latin typeface="Consolas" panose="020B0609020204030204" pitchFamily="49" charset="0"/>
              </a:rPr>
              <a:t>style</a:t>
            </a:r>
            <a:r>
              <a:rPr lang="en-US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9CDCFE"/>
                </a:solidFill>
                <a:latin typeface="Consolas" panose="020B0609020204030204" pitchFamily="49" charset="0"/>
              </a:rPr>
              <a:t>backgroundColor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= 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"red"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       }</a:t>
            </a:r>
          </a:p>
          <a:p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script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552" y="4574076"/>
            <a:ext cx="8049376" cy="22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30523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800" dirty="0"/>
              <a:t>요소 가져오기</a:t>
            </a:r>
            <a:endParaRPr lang="ko-KR" altLang="en-US" sz="28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72856" y="483081"/>
            <a:ext cx="11664220" cy="5740119"/>
          </a:xfrm>
        </p:spPr>
        <p:txBody>
          <a:bodyPr>
            <a:normAutofit/>
          </a:bodyPr>
          <a:lstStyle/>
          <a:p>
            <a:r>
              <a:rPr lang="en-US" altLang="ko-KR" sz="2200" b="1" dirty="0" err="1">
                <a:solidFill>
                  <a:prstClr val="black"/>
                </a:solidFill>
              </a:rPr>
              <a:t>querySelectorAll</a:t>
            </a:r>
            <a:r>
              <a:rPr lang="en-US" altLang="ko-KR" sz="2200" b="1" dirty="0">
                <a:solidFill>
                  <a:prstClr val="black"/>
                </a:solidFill>
              </a:rPr>
              <a:t>()</a:t>
            </a:r>
            <a:endParaRPr lang="en-US" altLang="ko-KR" sz="1800" b="1" dirty="0" smtClean="0">
              <a:solidFill>
                <a:prstClr val="black"/>
              </a:solidFill>
            </a:endParaRPr>
          </a:p>
          <a:p>
            <a:pPr lvl="1"/>
            <a:endParaRPr lang="en-US" sz="1900" b="1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430712" cy="383497"/>
          </a:xfrm>
        </p:spPr>
        <p:txBody>
          <a:bodyPr/>
          <a:lstStyle/>
          <a:p>
            <a:pPr lvl="0">
              <a:defRPr/>
            </a:pPr>
            <a:fld id="{2DA67E06-563C-4DAC-B352-5CBE54DE7B56}" type="slidenum">
              <a:rPr lang="en-US" smtClean="0"/>
              <a:pPr lvl="0">
                <a:defRPr/>
              </a:pPr>
              <a:t>9</a:t>
            </a:fld>
            <a:endParaRPr lang="en-US"/>
          </a:p>
        </p:txBody>
      </p:sp>
      <p:sp>
        <p:nvSpPr>
          <p:cNvPr id="6" name="직사각형 5"/>
          <p:cNvSpPr/>
          <p:nvPr/>
        </p:nvSpPr>
        <p:spPr>
          <a:xfrm>
            <a:off x="564534" y="1017874"/>
            <a:ext cx="11247120" cy="3970318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h2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class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"example"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A heading with class="example"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h2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p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class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"example"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A paragraph with class="example".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p</a:t>
            </a:r>
            <a:r>
              <a:rPr lang="en-US" dirty="0" smtClean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dirty="0" smtClean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dirty="0" smtClean="0">
                <a:solidFill>
                  <a:srgbClr val="D4D4D4"/>
                </a:solidFill>
                <a:latin typeface="Consolas" panose="020B0609020204030204" pitchFamily="49" charset="0"/>
              </a:rPr>
              <a:t>   </a:t>
            </a:r>
            <a:r>
              <a:rPr lang="en-US" dirty="0" smtClean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p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Click the button to add a background color all elements with class="example".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p</a:t>
            </a:r>
            <a:r>
              <a:rPr lang="en-US" dirty="0" smtClean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dirty="0" smtClean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dirty="0" smtClean="0">
                <a:solidFill>
                  <a:srgbClr val="D4D4D4"/>
                </a:solidFill>
                <a:latin typeface="Consolas" panose="020B0609020204030204" pitchFamily="49" charset="0"/>
              </a:rPr>
              <a:t>   </a:t>
            </a:r>
            <a:r>
              <a:rPr lang="en-US" dirty="0" smtClean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button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dirty="0" err="1">
                <a:solidFill>
                  <a:srgbClr val="9CDCFE"/>
                </a:solidFill>
                <a:latin typeface="Consolas" panose="020B0609020204030204" pitchFamily="49" charset="0"/>
              </a:rPr>
              <a:t>onclick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dirty="0" err="1">
                <a:solidFill>
                  <a:srgbClr val="DCDCAA"/>
                </a:solidFill>
                <a:latin typeface="Consolas" panose="020B0609020204030204" pitchFamily="49" charset="0"/>
              </a:rPr>
              <a:t>myFunction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()"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Try it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button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  <a:b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script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       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function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dirty="0" err="1">
                <a:solidFill>
                  <a:srgbClr val="DCDCAA"/>
                </a:solidFill>
                <a:latin typeface="Consolas" panose="020B0609020204030204" pitchFamily="49" charset="0"/>
              </a:rPr>
              <a:t>myFunction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() {</a:t>
            </a:r>
          </a:p>
          <a:p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           </a:t>
            </a:r>
            <a:r>
              <a:rPr lang="en-US" dirty="0" err="1">
                <a:solidFill>
                  <a:srgbClr val="569CD6"/>
                </a:solidFill>
                <a:latin typeface="Consolas" panose="020B0609020204030204" pitchFamily="49" charset="0"/>
              </a:rPr>
              <a:t>var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x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, </a:t>
            </a:r>
            <a:r>
              <a:rPr lang="en-US" dirty="0" err="1">
                <a:solidFill>
                  <a:srgbClr val="9CDCFE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           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x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= </a:t>
            </a:r>
            <a:r>
              <a:rPr lang="en-US" dirty="0" err="1">
                <a:solidFill>
                  <a:srgbClr val="9CDCFE"/>
                </a:solidFill>
                <a:latin typeface="Consolas" panose="020B0609020204030204" pitchFamily="49" charset="0"/>
              </a:rPr>
              <a:t>document</a:t>
            </a:r>
            <a:r>
              <a:rPr lang="en-US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DCDCAA"/>
                </a:solidFill>
                <a:latin typeface="Consolas" panose="020B0609020204030204" pitchFamily="49" charset="0"/>
              </a:rPr>
              <a:t>querySelectorAll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".example"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           </a:t>
            </a:r>
            <a:r>
              <a:rPr lang="en-US" dirty="0">
                <a:solidFill>
                  <a:srgbClr val="C586C0"/>
                </a:solidFill>
                <a:latin typeface="Consolas" panose="020B0609020204030204" pitchFamily="49" charset="0"/>
              </a:rPr>
              <a:t>for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(</a:t>
            </a:r>
            <a:r>
              <a:rPr lang="en-US" dirty="0" err="1">
                <a:solidFill>
                  <a:srgbClr val="9CDCFE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= </a:t>
            </a:r>
            <a:r>
              <a:rPr lang="en-US" dirty="0">
                <a:solidFill>
                  <a:srgbClr val="B5CEA8"/>
                </a:solidFill>
                <a:latin typeface="Consolas" panose="020B0609020204030204" pitchFamily="49" charset="0"/>
              </a:rPr>
              <a:t>0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; </a:t>
            </a:r>
            <a:r>
              <a:rPr lang="en-US" dirty="0" err="1">
                <a:solidFill>
                  <a:srgbClr val="9CDCFE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&lt; </a:t>
            </a:r>
            <a:r>
              <a:rPr lang="en-US" dirty="0" err="1">
                <a:solidFill>
                  <a:srgbClr val="9CDCFE"/>
                </a:solidFill>
                <a:latin typeface="Consolas" panose="020B0609020204030204" pitchFamily="49" charset="0"/>
              </a:rPr>
              <a:t>x</a:t>
            </a:r>
            <a:r>
              <a:rPr lang="en-US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9CDCFE"/>
                </a:solidFill>
                <a:latin typeface="Consolas" panose="020B0609020204030204" pitchFamily="49" charset="0"/>
              </a:rPr>
              <a:t>length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; </a:t>
            </a:r>
            <a:r>
              <a:rPr lang="en-US" dirty="0" err="1">
                <a:solidFill>
                  <a:srgbClr val="9CDCFE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++) {</a:t>
            </a:r>
          </a:p>
          <a:p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               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x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[</a:t>
            </a:r>
            <a:r>
              <a:rPr lang="en-US" dirty="0" err="1">
                <a:solidFill>
                  <a:srgbClr val="9CDCFE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].</a:t>
            </a:r>
            <a:r>
              <a:rPr lang="en-US" dirty="0" err="1">
                <a:solidFill>
                  <a:srgbClr val="9CDCFE"/>
                </a:solidFill>
                <a:latin typeface="Consolas" panose="020B0609020204030204" pitchFamily="49" charset="0"/>
              </a:rPr>
              <a:t>style</a:t>
            </a:r>
            <a:r>
              <a:rPr lang="en-US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9CDCFE"/>
                </a:solidFill>
                <a:latin typeface="Consolas" panose="020B0609020204030204" pitchFamily="49" charset="0"/>
              </a:rPr>
              <a:t>backgroundColor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= 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"red"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           }</a:t>
            </a:r>
          </a:p>
          <a:p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       }</a:t>
            </a:r>
          </a:p>
          <a:p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script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473" y="5059806"/>
            <a:ext cx="6584411" cy="171481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5473945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800" dirty="0"/>
              <a:t>요소 가져오기</a:t>
            </a:r>
            <a:endParaRPr lang="ko-KR" altLang="en-US" sz="28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72856" y="740256"/>
            <a:ext cx="11664220" cy="5740119"/>
          </a:xfrm>
        </p:spPr>
        <p:txBody>
          <a:bodyPr>
            <a:normAutofit/>
          </a:bodyPr>
          <a:lstStyle/>
          <a:p>
            <a:r>
              <a:rPr lang="en-US" altLang="ko-KR" sz="2200" b="1" dirty="0" err="1" smtClean="0">
                <a:solidFill>
                  <a:prstClr val="black"/>
                </a:solidFill>
              </a:rPr>
              <a:t>querySelector</a:t>
            </a:r>
            <a:endParaRPr lang="en-US" altLang="ko-KR" sz="2200" b="1" dirty="0" smtClean="0">
              <a:solidFill>
                <a:prstClr val="black"/>
              </a:solidFill>
            </a:endParaRPr>
          </a:p>
          <a:p>
            <a:pPr lvl="1"/>
            <a:r>
              <a:rPr lang="en-US" dirty="0" err="1" smtClean="0"/>
              <a:t>querySelector</a:t>
            </a:r>
            <a:r>
              <a:rPr lang="ko-KR" altLang="en-US" dirty="0"/>
              <a:t>를 사용할 경우 </a:t>
            </a:r>
            <a:r>
              <a:rPr lang="en-US" altLang="ko-KR" dirty="0"/>
              <a:t>CSS</a:t>
            </a:r>
            <a:r>
              <a:rPr lang="ko-KR" altLang="en-US" dirty="0" err="1"/>
              <a:t>선택자를</a:t>
            </a:r>
            <a:r>
              <a:rPr lang="ko-KR" altLang="en-US" dirty="0"/>
              <a:t> 사용할 순 있지만</a:t>
            </a:r>
            <a:r>
              <a:rPr lang="en-US" altLang="ko-KR" dirty="0"/>
              <a:t>, </a:t>
            </a:r>
            <a:r>
              <a:rPr lang="ko-KR" altLang="en-US" dirty="0"/>
              <a:t>가상 클래스를</a:t>
            </a:r>
            <a:r>
              <a:rPr lang="en-US" altLang="ko-KR" dirty="0"/>
              <a:t>( ex) nth-child(n))</a:t>
            </a:r>
            <a:r>
              <a:rPr lang="ko-KR" altLang="en-US" dirty="0"/>
              <a:t> 사용하는 것이 번거로움</a:t>
            </a:r>
            <a:endParaRPr lang="en-US" altLang="ko-KR" dirty="0"/>
          </a:p>
          <a:p>
            <a:pPr lvl="1"/>
            <a:r>
              <a:rPr lang="ko-KR" altLang="en-US" dirty="0"/>
              <a:t>대신 </a:t>
            </a:r>
            <a:r>
              <a:rPr lang="en-US" altLang="ko-KR" dirty="0"/>
              <a:t>Node</a:t>
            </a:r>
            <a:r>
              <a:rPr lang="ko-KR" altLang="en-US" dirty="0"/>
              <a:t>객체가 제공하는 메서드를 사용하면 </a:t>
            </a:r>
            <a:r>
              <a:rPr lang="ko-KR" altLang="en-US" dirty="0" err="1"/>
              <a:t>선택자의</a:t>
            </a:r>
            <a:r>
              <a:rPr lang="ko-KR" altLang="en-US" dirty="0"/>
              <a:t> 활용폭이 더 넓어짐</a:t>
            </a:r>
            <a:endParaRPr lang="en-US" altLang="ko-KR" dirty="0"/>
          </a:p>
          <a:p>
            <a:pPr lvl="1"/>
            <a:r>
              <a:rPr lang="ko-KR" altLang="en-US" dirty="0"/>
              <a:t>즉</a:t>
            </a:r>
            <a:r>
              <a:rPr lang="en-US" dirty="0"/>
              <a:t>, child, parent, sibling</a:t>
            </a:r>
            <a:r>
              <a:rPr lang="ko-KR" altLang="en-US" dirty="0"/>
              <a:t>과 같은 관계성을 이용하여 요소를 선택할 수 </a:t>
            </a:r>
            <a:r>
              <a:rPr lang="ko-KR" altLang="en-US" dirty="0" smtClean="0"/>
              <a:t>있음</a:t>
            </a:r>
            <a:endParaRPr lang="en-US" altLang="ko-KR" dirty="0" smtClean="0"/>
          </a:p>
          <a:p>
            <a:pPr lvl="2"/>
            <a:r>
              <a:rPr lang="en-US" dirty="0" err="1" smtClean="0"/>
              <a:t>firstElement</a:t>
            </a:r>
            <a:endParaRPr lang="en-US" dirty="0" smtClean="0"/>
          </a:p>
          <a:p>
            <a:pPr lvl="2"/>
            <a:r>
              <a:rPr lang="en-US" dirty="0" err="1" smtClean="0"/>
              <a:t>lastElement</a:t>
            </a:r>
            <a:endParaRPr lang="en-US" dirty="0" smtClean="0"/>
          </a:p>
          <a:p>
            <a:pPr lvl="2"/>
            <a:r>
              <a:rPr lang="en-US" dirty="0" err="1" smtClean="0"/>
              <a:t>nextElementSibling</a:t>
            </a:r>
            <a:endParaRPr lang="en-US" dirty="0" smtClean="0"/>
          </a:p>
          <a:p>
            <a:pPr lvl="2"/>
            <a:endParaRPr lang="en-US" dirty="0"/>
          </a:p>
          <a:p>
            <a:endParaRPr lang="en-US" altLang="ko-KR" sz="1800" b="1" dirty="0" smtClean="0">
              <a:solidFill>
                <a:prstClr val="black"/>
              </a:solidFill>
            </a:endParaRPr>
          </a:p>
          <a:p>
            <a:pPr lvl="1"/>
            <a:endParaRPr lang="en-US" sz="1900" b="1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430712" cy="383497"/>
          </a:xfrm>
        </p:spPr>
        <p:txBody>
          <a:bodyPr/>
          <a:lstStyle/>
          <a:p>
            <a:pPr lvl="0">
              <a:defRPr/>
            </a:pPr>
            <a:fld id="{2DA67E06-563C-4DAC-B352-5CBE54DE7B56}" type="slidenum">
              <a:rPr lang="en-US" smtClean="0"/>
              <a:pPr lvl="0">
                <a:defRPr/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779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800" dirty="0"/>
              <a:t>요소 가져오기</a:t>
            </a:r>
            <a:endParaRPr lang="ko-KR" altLang="en-US" sz="28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72856" y="587856"/>
            <a:ext cx="11664220" cy="5740119"/>
          </a:xfrm>
        </p:spPr>
        <p:txBody>
          <a:bodyPr>
            <a:normAutofit/>
          </a:bodyPr>
          <a:lstStyle/>
          <a:p>
            <a:r>
              <a:rPr lang="en-US" altLang="ko-KR" sz="2200" b="1" dirty="0" err="1" smtClean="0">
                <a:solidFill>
                  <a:prstClr val="black"/>
                </a:solidFill>
              </a:rPr>
              <a:t>firstElementChild</a:t>
            </a:r>
            <a:r>
              <a:rPr lang="en-US" altLang="ko-KR" sz="2200" b="1" dirty="0" smtClean="0">
                <a:solidFill>
                  <a:prstClr val="black"/>
                </a:solidFill>
              </a:rPr>
              <a:t>, </a:t>
            </a:r>
            <a:r>
              <a:rPr lang="en-US" altLang="ko-KR" sz="2200" b="1" dirty="0" err="1" smtClean="0">
                <a:solidFill>
                  <a:prstClr val="black"/>
                </a:solidFill>
              </a:rPr>
              <a:t>lastElementChild</a:t>
            </a:r>
            <a:endParaRPr lang="en-US" altLang="ko-KR" sz="2200" b="1" dirty="0" smtClean="0">
              <a:solidFill>
                <a:prstClr val="black"/>
              </a:solidFill>
            </a:endParaRPr>
          </a:p>
          <a:p>
            <a:pPr lvl="2"/>
            <a:endParaRPr lang="en-US" dirty="0"/>
          </a:p>
          <a:p>
            <a:endParaRPr lang="en-US" altLang="ko-KR" sz="1800" b="1" dirty="0" smtClean="0">
              <a:solidFill>
                <a:prstClr val="black"/>
              </a:solidFill>
            </a:endParaRPr>
          </a:p>
          <a:p>
            <a:pPr lvl="1"/>
            <a:endParaRPr lang="en-US" sz="1900" b="1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430712" cy="383497"/>
          </a:xfrm>
        </p:spPr>
        <p:txBody>
          <a:bodyPr/>
          <a:lstStyle/>
          <a:p>
            <a:pPr lvl="0">
              <a:defRPr/>
            </a:pPr>
            <a:fld id="{2DA67E06-563C-4DAC-B352-5CBE54DE7B56}" type="slidenum">
              <a:rPr lang="en-US" smtClean="0"/>
              <a:pPr lvl="0">
                <a:defRPr/>
              </a:pPr>
              <a:t>11</a:t>
            </a:fld>
            <a:endParaRPr lang="en-US"/>
          </a:p>
        </p:txBody>
      </p:sp>
      <p:sp>
        <p:nvSpPr>
          <p:cNvPr id="4" name="직사각형 3"/>
          <p:cNvSpPr/>
          <p:nvPr/>
        </p:nvSpPr>
        <p:spPr>
          <a:xfrm>
            <a:off x="503113" y="1148299"/>
            <a:ext cx="11365037" cy="563231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 smtClean="0">
                <a:solidFill>
                  <a:srgbClr val="808080"/>
                </a:solidFill>
                <a:latin typeface="Consolas" panose="020B0609020204030204" pitchFamily="49" charset="0"/>
              </a:rPr>
              <a:t>    &lt;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p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Example list: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p</a:t>
            </a:r>
            <a:r>
              <a:rPr lang="en-US" dirty="0" smtClean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/>
            </a:r>
            <a:b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US" dirty="0" err="1">
                <a:solidFill>
                  <a:srgbClr val="569CD6"/>
                </a:solidFill>
                <a:latin typeface="Consolas" panose="020B0609020204030204" pitchFamily="49" charset="0"/>
              </a:rPr>
              <a:t>ul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id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dirty="0" err="1">
                <a:solidFill>
                  <a:srgbClr val="CE9178"/>
                </a:solidFill>
                <a:latin typeface="Consolas" panose="020B0609020204030204" pitchFamily="49" charset="0"/>
              </a:rPr>
              <a:t>myList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       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li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Coffee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li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       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li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Tea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li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US" dirty="0" err="1">
                <a:solidFill>
                  <a:srgbClr val="569CD6"/>
                </a:solidFill>
                <a:latin typeface="Consolas" panose="020B0609020204030204" pitchFamily="49" charset="0"/>
              </a:rPr>
              <a:t>ul</a:t>
            </a:r>
            <a:r>
              <a:rPr lang="en-US" dirty="0" smtClean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/>
            </a:r>
            <a:b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p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Click the button to get the HTML content of the list's first child element.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p</a:t>
            </a:r>
            <a:r>
              <a:rPr lang="en-US" dirty="0" smtClean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/>
            </a:r>
            <a:b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button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dirty="0" err="1">
                <a:solidFill>
                  <a:srgbClr val="9CDCFE"/>
                </a:solidFill>
                <a:latin typeface="Consolas" panose="020B0609020204030204" pitchFamily="49" charset="0"/>
              </a:rPr>
              <a:t>onclick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dirty="0" err="1">
                <a:solidFill>
                  <a:srgbClr val="DCDCAA"/>
                </a:solidFill>
                <a:latin typeface="Consolas" panose="020B0609020204030204" pitchFamily="49" charset="0"/>
              </a:rPr>
              <a:t>myFunction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()"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Try it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button</a:t>
            </a:r>
            <a:r>
              <a:rPr lang="en-US" dirty="0" smtClean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/>
            </a:r>
            <a:b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p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&gt;&lt;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strong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Note: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strong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The </a:t>
            </a:r>
            <a:r>
              <a:rPr lang="en-US" dirty="0" err="1">
                <a:solidFill>
                  <a:srgbClr val="D4D4D4"/>
                </a:solidFill>
                <a:latin typeface="Consolas" panose="020B0609020204030204" pitchFamily="49" charset="0"/>
              </a:rPr>
              <a:t>firstElementChild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property </a:t>
            </a:r>
            <a:r>
              <a:rPr lang="en-US" dirty="0" smtClean="0">
                <a:solidFill>
                  <a:srgbClr val="D4D4D4"/>
                </a:solidFill>
                <a:latin typeface="Consolas" panose="020B0609020204030204" pitchFamily="49" charset="0"/>
              </a:rPr>
              <a:t>. . .versions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p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/>
            </a:r>
            <a:b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p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id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"demo"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&gt;&lt;/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p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/>
            </a:r>
            <a:b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script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       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function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dirty="0" err="1">
                <a:solidFill>
                  <a:srgbClr val="DCDCAA"/>
                </a:solidFill>
                <a:latin typeface="Consolas" panose="020B0609020204030204" pitchFamily="49" charset="0"/>
              </a:rPr>
              <a:t>myFunction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() {</a:t>
            </a:r>
          </a:p>
          <a:p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           </a:t>
            </a:r>
            <a:r>
              <a:rPr lang="en-US" dirty="0" err="1">
                <a:solidFill>
                  <a:srgbClr val="569CD6"/>
                </a:solidFill>
                <a:latin typeface="Consolas" panose="020B0609020204030204" pitchFamily="49" charset="0"/>
              </a:rPr>
              <a:t>var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list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= </a:t>
            </a:r>
            <a:r>
              <a:rPr lang="en-US" dirty="0" err="1">
                <a:solidFill>
                  <a:srgbClr val="9CDCFE"/>
                </a:solidFill>
                <a:latin typeface="Consolas" panose="020B0609020204030204" pitchFamily="49" charset="0"/>
              </a:rPr>
              <a:t>document</a:t>
            </a:r>
            <a:r>
              <a:rPr lang="en-US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DCDCAA"/>
                </a:solidFill>
                <a:latin typeface="Consolas" panose="020B0609020204030204" pitchFamily="49" charset="0"/>
              </a:rPr>
              <a:t>getElementById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dirty="0" err="1">
                <a:solidFill>
                  <a:srgbClr val="CE9178"/>
                </a:solidFill>
                <a:latin typeface="Consolas" panose="020B0609020204030204" pitchFamily="49" charset="0"/>
              </a:rPr>
              <a:t>myList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).</a:t>
            </a:r>
            <a:r>
              <a:rPr lang="en-US" dirty="0" err="1">
                <a:solidFill>
                  <a:srgbClr val="9CDCFE"/>
                </a:solidFill>
                <a:latin typeface="Consolas" panose="020B0609020204030204" pitchFamily="49" charset="0"/>
              </a:rPr>
              <a:t>firstElementChild</a:t>
            </a:r>
            <a:r>
              <a:rPr lang="en-US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9CDCFE"/>
                </a:solidFill>
                <a:latin typeface="Consolas" panose="020B0609020204030204" pitchFamily="49" charset="0"/>
              </a:rPr>
              <a:t>innerHTML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           </a:t>
            </a:r>
            <a:r>
              <a:rPr lang="en-US" dirty="0" err="1">
                <a:solidFill>
                  <a:srgbClr val="9CDCFE"/>
                </a:solidFill>
                <a:latin typeface="Consolas" panose="020B0609020204030204" pitchFamily="49" charset="0"/>
              </a:rPr>
              <a:t>document</a:t>
            </a:r>
            <a:r>
              <a:rPr lang="en-US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DCDCAA"/>
                </a:solidFill>
                <a:latin typeface="Consolas" panose="020B0609020204030204" pitchFamily="49" charset="0"/>
              </a:rPr>
              <a:t>getElementById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"demo"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).</a:t>
            </a:r>
            <a:r>
              <a:rPr lang="en-US" dirty="0" err="1">
                <a:solidFill>
                  <a:srgbClr val="9CDCFE"/>
                </a:solidFill>
                <a:latin typeface="Consolas" panose="020B0609020204030204" pitchFamily="49" charset="0"/>
              </a:rPr>
              <a:t>innerHTML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= 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list</a:t>
            </a:r>
            <a:r>
              <a:rPr lang="en-US" dirty="0" smtClean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 smtClean="0">
                <a:solidFill>
                  <a:srgbClr val="569CD6"/>
                </a:solidFill>
                <a:latin typeface="Consolas" panose="020B0609020204030204" pitchFamily="49" charset="0"/>
              </a:rPr>
              <a:t>	     </a:t>
            </a:r>
            <a:r>
              <a:rPr lang="en-US" dirty="0" err="1" smtClean="0">
                <a:solidFill>
                  <a:srgbClr val="569CD6"/>
                </a:solidFill>
                <a:latin typeface="Consolas" panose="020B0609020204030204" pitchFamily="49" charset="0"/>
              </a:rPr>
              <a:t>var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list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= </a:t>
            </a:r>
            <a:r>
              <a:rPr lang="en-US" dirty="0" err="1">
                <a:solidFill>
                  <a:srgbClr val="9CDCFE"/>
                </a:solidFill>
                <a:latin typeface="Consolas" panose="020B0609020204030204" pitchFamily="49" charset="0"/>
              </a:rPr>
              <a:t>document</a:t>
            </a:r>
            <a:r>
              <a:rPr lang="en-US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DCDCAA"/>
                </a:solidFill>
                <a:latin typeface="Consolas" panose="020B0609020204030204" pitchFamily="49" charset="0"/>
              </a:rPr>
              <a:t>getElementById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dirty="0" err="1">
                <a:solidFill>
                  <a:srgbClr val="CE9178"/>
                </a:solidFill>
                <a:latin typeface="Consolas" panose="020B0609020204030204" pitchFamily="49" charset="0"/>
              </a:rPr>
              <a:t>myList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).</a:t>
            </a:r>
            <a:r>
              <a:rPr lang="en-US" dirty="0" err="1">
                <a:solidFill>
                  <a:srgbClr val="9CDCFE"/>
                </a:solidFill>
                <a:latin typeface="Consolas" panose="020B0609020204030204" pitchFamily="49" charset="0"/>
              </a:rPr>
              <a:t>lastElementChild</a:t>
            </a:r>
            <a:r>
              <a:rPr lang="en-US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9CDCFE"/>
                </a:solidFill>
                <a:latin typeface="Consolas" panose="020B0609020204030204" pitchFamily="49" charset="0"/>
              </a:rPr>
              <a:t>innerHTML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           </a:t>
            </a:r>
            <a:r>
              <a:rPr lang="en-US" dirty="0" err="1">
                <a:solidFill>
                  <a:srgbClr val="9CDCFE"/>
                </a:solidFill>
                <a:latin typeface="Consolas" panose="020B0609020204030204" pitchFamily="49" charset="0"/>
              </a:rPr>
              <a:t>document</a:t>
            </a:r>
            <a:r>
              <a:rPr lang="en-US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DCDCAA"/>
                </a:solidFill>
                <a:latin typeface="Consolas" panose="020B0609020204030204" pitchFamily="49" charset="0"/>
              </a:rPr>
              <a:t>getElementById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"demo"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).</a:t>
            </a:r>
            <a:r>
              <a:rPr lang="en-US" dirty="0" err="1">
                <a:solidFill>
                  <a:srgbClr val="9CDCFE"/>
                </a:solidFill>
                <a:latin typeface="Consolas" panose="020B0609020204030204" pitchFamily="49" charset="0"/>
              </a:rPr>
              <a:t>innerHTML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= 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list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endParaRPr lang="en-US" dirty="0" smtClean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       }</a:t>
            </a:r>
          </a:p>
          <a:p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script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974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800" dirty="0"/>
              <a:t>요소 가져오기</a:t>
            </a:r>
            <a:endParaRPr lang="ko-KR" altLang="en-US" sz="28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72856" y="587856"/>
            <a:ext cx="11664220" cy="5740119"/>
          </a:xfrm>
        </p:spPr>
        <p:txBody>
          <a:bodyPr>
            <a:normAutofit/>
          </a:bodyPr>
          <a:lstStyle/>
          <a:p>
            <a:r>
              <a:rPr lang="en-US" altLang="ko-KR" sz="2200" b="1" dirty="0" err="1">
                <a:solidFill>
                  <a:prstClr val="black"/>
                </a:solidFill>
              </a:rPr>
              <a:t>nextElementSibling</a:t>
            </a:r>
            <a:endParaRPr lang="en-US" altLang="ko-KR" sz="2200" b="1" dirty="0" smtClean="0">
              <a:solidFill>
                <a:prstClr val="black"/>
              </a:solidFill>
            </a:endParaRPr>
          </a:p>
          <a:p>
            <a:pPr lvl="2"/>
            <a:endParaRPr lang="en-US" dirty="0"/>
          </a:p>
          <a:p>
            <a:endParaRPr lang="en-US" altLang="ko-KR" sz="1800" b="1" dirty="0" smtClean="0">
              <a:solidFill>
                <a:prstClr val="black"/>
              </a:solidFill>
            </a:endParaRPr>
          </a:p>
          <a:p>
            <a:pPr lvl="1"/>
            <a:endParaRPr lang="en-US" sz="1900" b="1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430712" cy="383497"/>
          </a:xfrm>
        </p:spPr>
        <p:txBody>
          <a:bodyPr/>
          <a:lstStyle/>
          <a:p>
            <a:pPr lvl="0">
              <a:defRPr/>
            </a:pPr>
            <a:fld id="{2DA67E06-563C-4DAC-B352-5CBE54DE7B56}" type="slidenum">
              <a:rPr lang="en-US" smtClean="0"/>
              <a:pPr lvl="0">
                <a:defRPr/>
              </a:pPr>
              <a:t>12</a:t>
            </a:fld>
            <a:endParaRPr lang="en-US"/>
          </a:p>
        </p:txBody>
      </p:sp>
      <p:sp>
        <p:nvSpPr>
          <p:cNvPr id="6" name="직사각형 5"/>
          <p:cNvSpPr/>
          <p:nvPr/>
        </p:nvSpPr>
        <p:spPr>
          <a:xfrm>
            <a:off x="272857" y="1172498"/>
            <a:ext cx="11664219" cy="532453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  <a:r>
              <a:rPr lang="en-US" sz="2000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US" sz="2000" dirty="0" err="1">
                <a:solidFill>
                  <a:srgbClr val="569CD6"/>
                </a:solidFill>
                <a:latin typeface="Consolas" panose="020B0609020204030204" pitchFamily="49" charset="0"/>
              </a:rPr>
              <a:t>ul</a:t>
            </a:r>
            <a:r>
              <a:rPr lang="en-US" sz="20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sz="20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rgbClr val="D4D4D4"/>
                </a:solidFill>
                <a:latin typeface="Consolas" panose="020B0609020204030204" pitchFamily="49" charset="0"/>
              </a:rPr>
              <a:t>        </a:t>
            </a:r>
            <a:r>
              <a:rPr lang="en-US" sz="2000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US" sz="2000" dirty="0">
                <a:solidFill>
                  <a:srgbClr val="569CD6"/>
                </a:solidFill>
                <a:latin typeface="Consolas" panose="020B0609020204030204" pitchFamily="49" charset="0"/>
              </a:rPr>
              <a:t>li</a:t>
            </a:r>
            <a:r>
              <a:rPr lang="en-US" sz="2000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sz="2000" dirty="0">
                <a:solidFill>
                  <a:srgbClr val="9CDCFE"/>
                </a:solidFill>
                <a:latin typeface="Consolas" panose="020B0609020204030204" pitchFamily="49" charset="0"/>
              </a:rPr>
              <a:t>id</a:t>
            </a:r>
            <a:r>
              <a:rPr lang="en-US" sz="2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sz="2000" dirty="0">
                <a:solidFill>
                  <a:srgbClr val="CE9178"/>
                </a:solidFill>
                <a:latin typeface="Consolas" panose="020B0609020204030204" pitchFamily="49" charset="0"/>
              </a:rPr>
              <a:t>"item1"</a:t>
            </a:r>
            <a:r>
              <a:rPr lang="en-US" sz="20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en-US" sz="2000" dirty="0">
                <a:solidFill>
                  <a:srgbClr val="D4D4D4"/>
                </a:solidFill>
                <a:latin typeface="Consolas" panose="020B0609020204030204" pitchFamily="49" charset="0"/>
              </a:rPr>
              <a:t>Coffee (first li)</a:t>
            </a:r>
            <a:r>
              <a:rPr lang="en-US" sz="2000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US" sz="2000" dirty="0">
                <a:solidFill>
                  <a:srgbClr val="569CD6"/>
                </a:solidFill>
                <a:latin typeface="Consolas" panose="020B0609020204030204" pitchFamily="49" charset="0"/>
              </a:rPr>
              <a:t>li</a:t>
            </a:r>
            <a:r>
              <a:rPr lang="en-US" sz="20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sz="20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rgbClr val="D4D4D4"/>
                </a:solidFill>
                <a:latin typeface="Consolas" panose="020B0609020204030204" pitchFamily="49" charset="0"/>
              </a:rPr>
              <a:t>        </a:t>
            </a:r>
            <a:r>
              <a:rPr lang="en-US" sz="2000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US" sz="2000" dirty="0">
                <a:solidFill>
                  <a:srgbClr val="569CD6"/>
                </a:solidFill>
                <a:latin typeface="Consolas" panose="020B0609020204030204" pitchFamily="49" charset="0"/>
              </a:rPr>
              <a:t>li</a:t>
            </a:r>
            <a:r>
              <a:rPr lang="en-US" sz="2000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sz="2000" dirty="0">
                <a:solidFill>
                  <a:srgbClr val="9CDCFE"/>
                </a:solidFill>
                <a:latin typeface="Consolas" panose="020B0609020204030204" pitchFamily="49" charset="0"/>
              </a:rPr>
              <a:t>id</a:t>
            </a:r>
            <a:r>
              <a:rPr lang="en-US" sz="2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sz="2000" dirty="0">
                <a:solidFill>
                  <a:srgbClr val="CE9178"/>
                </a:solidFill>
                <a:latin typeface="Consolas" panose="020B0609020204030204" pitchFamily="49" charset="0"/>
              </a:rPr>
              <a:t>"item2"</a:t>
            </a:r>
            <a:r>
              <a:rPr lang="en-US" sz="20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en-US" sz="2000" dirty="0">
                <a:solidFill>
                  <a:srgbClr val="D4D4D4"/>
                </a:solidFill>
                <a:latin typeface="Consolas" panose="020B0609020204030204" pitchFamily="49" charset="0"/>
              </a:rPr>
              <a:t>Tea (second li)</a:t>
            </a:r>
            <a:r>
              <a:rPr lang="en-US" sz="2000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US" sz="2000" dirty="0">
                <a:solidFill>
                  <a:srgbClr val="569CD6"/>
                </a:solidFill>
                <a:latin typeface="Consolas" panose="020B0609020204030204" pitchFamily="49" charset="0"/>
              </a:rPr>
              <a:t>li</a:t>
            </a:r>
            <a:r>
              <a:rPr lang="en-US" sz="20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sz="20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  <a:r>
              <a:rPr lang="en-US" sz="2000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US" sz="2000" dirty="0" err="1">
                <a:solidFill>
                  <a:srgbClr val="569CD6"/>
                </a:solidFill>
                <a:latin typeface="Consolas" panose="020B0609020204030204" pitchFamily="49" charset="0"/>
              </a:rPr>
              <a:t>ul</a:t>
            </a:r>
            <a:r>
              <a:rPr lang="en-US" sz="20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sz="20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rgbClr val="D4D4D4"/>
                </a:solidFill>
                <a:latin typeface="Consolas" panose="020B0609020204030204" pitchFamily="49" charset="0"/>
              </a:rPr>
              <a:t/>
            </a:r>
            <a:br>
              <a:rPr lang="en-US" sz="2000" dirty="0">
                <a:solidFill>
                  <a:srgbClr val="D4D4D4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rgbClr val="D4D4D4"/>
                </a:solidFill>
                <a:latin typeface="Consolas" panose="020B0609020204030204" pitchFamily="49" charset="0"/>
              </a:rPr>
              <a:t/>
            </a:r>
            <a:br>
              <a:rPr lang="en-US" sz="2000" dirty="0">
                <a:solidFill>
                  <a:srgbClr val="D4D4D4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  <a:r>
              <a:rPr lang="en-US" sz="2000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US" sz="2000" dirty="0">
                <a:solidFill>
                  <a:srgbClr val="569CD6"/>
                </a:solidFill>
                <a:latin typeface="Consolas" panose="020B0609020204030204" pitchFamily="49" charset="0"/>
              </a:rPr>
              <a:t>button</a:t>
            </a:r>
            <a:r>
              <a:rPr lang="en-US" sz="2000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sz="2000" dirty="0" err="1">
                <a:solidFill>
                  <a:srgbClr val="9CDCFE"/>
                </a:solidFill>
                <a:latin typeface="Consolas" panose="020B0609020204030204" pitchFamily="49" charset="0"/>
              </a:rPr>
              <a:t>onclick</a:t>
            </a:r>
            <a:r>
              <a:rPr lang="en-US" sz="2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sz="200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sz="2000" dirty="0" err="1">
                <a:solidFill>
                  <a:srgbClr val="DCDCAA"/>
                </a:solidFill>
                <a:latin typeface="Consolas" panose="020B0609020204030204" pitchFamily="49" charset="0"/>
              </a:rPr>
              <a:t>myFunction</a:t>
            </a:r>
            <a:r>
              <a:rPr lang="en-US" sz="2000" dirty="0">
                <a:solidFill>
                  <a:srgbClr val="CE9178"/>
                </a:solidFill>
                <a:latin typeface="Consolas" panose="020B0609020204030204" pitchFamily="49" charset="0"/>
              </a:rPr>
              <a:t>()"</a:t>
            </a:r>
            <a:r>
              <a:rPr lang="en-US" sz="20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en-US" sz="2000" dirty="0">
                <a:solidFill>
                  <a:srgbClr val="D4D4D4"/>
                </a:solidFill>
                <a:latin typeface="Consolas" panose="020B0609020204030204" pitchFamily="49" charset="0"/>
              </a:rPr>
              <a:t>Try it</a:t>
            </a:r>
            <a:r>
              <a:rPr lang="en-US" sz="2000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US" sz="2000" dirty="0">
                <a:solidFill>
                  <a:srgbClr val="569CD6"/>
                </a:solidFill>
                <a:latin typeface="Consolas" panose="020B0609020204030204" pitchFamily="49" charset="0"/>
              </a:rPr>
              <a:t>button</a:t>
            </a:r>
            <a:r>
              <a:rPr lang="en-US" sz="20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sz="20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rgbClr val="D4D4D4"/>
                </a:solidFill>
                <a:latin typeface="Consolas" panose="020B0609020204030204" pitchFamily="49" charset="0"/>
              </a:rPr>
              <a:t/>
            </a:r>
            <a:br>
              <a:rPr lang="en-US" sz="2000" dirty="0">
                <a:solidFill>
                  <a:srgbClr val="D4D4D4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rgbClr val="D4D4D4"/>
                </a:solidFill>
                <a:latin typeface="Consolas" panose="020B0609020204030204" pitchFamily="49" charset="0"/>
              </a:rPr>
              <a:t/>
            </a:r>
            <a:br>
              <a:rPr lang="en-US" sz="2000" dirty="0">
                <a:solidFill>
                  <a:srgbClr val="D4D4D4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  <a:r>
              <a:rPr lang="en-US" sz="2000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US" sz="2000" dirty="0">
                <a:solidFill>
                  <a:srgbClr val="569CD6"/>
                </a:solidFill>
                <a:latin typeface="Consolas" panose="020B0609020204030204" pitchFamily="49" charset="0"/>
              </a:rPr>
              <a:t>p</a:t>
            </a:r>
            <a:r>
              <a:rPr lang="en-US" sz="2000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sz="2000" dirty="0">
                <a:solidFill>
                  <a:srgbClr val="9CDCFE"/>
                </a:solidFill>
                <a:latin typeface="Consolas" panose="020B0609020204030204" pitchFamily="49" charset="0"/>
              </a:rPr>
              <a:t>id</a:t>
            </a:r>
            <a:r>
              <a:rPr lang="en-US" sz="2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sz="2000" dirty="0">
                <a:solidFill>
                  <a:srgbClr val="CE9178"/>
                </a:solidFill>
                <a:latin typeface="Consolas" panose="020B0609020204030204" pitchFamily="49" charset="0"/>
              </a:rPr>
              <a:t>"demo"</a:t>
            </a:r>
            <a:r>
              <a:rPr lang="en-US" sz="2000" dirty="0">
                <a:solidFill>
                  <a:srgbClr val="808080"/>
                </a:solidFill>
                <a:latin typeface="Consolas" panose="020B0609020204030204" pitchFamily="49" charset="0"/>
              </a:rPr>
              <a:t>&gt;&lt;/</a:t>
            </a:r>
            <a:r>
              <a:rPr lang="en-US" sz="2000" dirty="0">
                <a:solidFill>
                  <a:srgbClr val="569CD6"/>
                </a:solidFill>
                <a:latin typeface="Consolas" panose="020B0609020204030204" pitchFamily="49" charset="0"/>
              </a:rPr>
              <a:t>p</a:t>
            </a:r>
            <a:r>
              <a:rPr lang="en-US" sz="20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sz="20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rgbClr val="D4D4D4"/>
                </a:solidFill>
                <a:latin typeface="Consolas" panose="020B0609020204030204" pitchFamily="49" charset="0"/>
              </a:rPr>
              <a:t/>
            </a:r>
            <a:br>
              <a:rPr lang="en-US" sz="2000" dirty="0">
                <a:solidFill>
                  <a:srgbClr val="D4D4D4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  <a:r>
              <a:rPr lang="en-US" sz="2000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US" sz="2000" dirty="0">
                <a:solidFill>
                  <a:srgbClr val="569CD6"/>
                </a:solidFill>
                <a:latin typeface="Consolas" panose="020B0609020204030204" pitchFamily="49" charset="0"/>
              </a:rPr>
              <a:t>script</a:t>
            </a:r>
            <a:r>
              <a:rPr lang="en-US" sz="20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sz="20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rgbClr val="D4D4D4"/>
                </a:solidFill>
                <a:latin typeface="Consolas" panose="020B0609020204030204" pitchFamily="49" charset="0"/>
              </a:rPr>
              <a:t>        </a:t>
            </a:r>
            <a:r>
              <a:rPr lang="en-US" sz="2000" dirty="0">
                <a:solidFill>
                  <a:srgbClr val="569CD6"/>
                </a:solidFill>
                <a:latin typeface="Consolas" panose="020B0609020204030204" pitchFamily="49" charset="0"/>
              </a:rPr>
              <a:t>function</a:t>
            </a:r>
            <a:r>
              <a:rPr lang="en-US" sz="2000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sz="2000" dirty="0" err="1">
                <a:solidFill>
                  <a:srgbClr val="DCDCAA"/>
                </a:solidFill>
                <a:latin typeface="Consolas" panose="020B0609020204030204" pitchFamily="49" charset="0"/>
              </a:rPr>
              <a:t>myFunction</a:t>
            </a:r>
            <a:r>
              <a:rPr lang="en-US" sz="2000" dirty="0">
                <a:solidFill>
                  <a:srgbClr val="D4D4D4"/>
                </a:solidFill>
                <a:latin typeface="Consolas" panose="020B0609020204030204" pitchFamily="49" charset="0"/>
              </a:rPr>
              <a:t>() {</a:t>
            </a:r>
          </a:p>
          <a:p>
            <a:r>
              <a:rPr lang="en-US" sz="2000" dirty="0">
                <a:solidFill>
                  <a:srgbClr val="D4D4D4"/>
                </a:solidFill>
                <a:latin typeface="Consolas" panose="020B0609020204030204" pitchFamily="49" charset="0"/>
              </a:rPr>
              <a:t>            </a:t>
            </a:r>
            <a:r>
              <a:rPr lang="en-US" sz="2000" dirty="0" err="1">
                <a:solidFill>
                  <a:srgbClr val="569CD6"/>
                </a:solidFill>
                <a:latin typeface="Consolas" panose="020B0609020204030204" pitchFamily="49" charset="0"/>
              </a:rPr>
              <a:t>var</a:t>
            </a:r>
            <a:r>
              <a:rPr lang="en-US" sz="2000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sz="2000" dirty="0">
                <a:solidFill>
                  <a:srgbClr val="9CDCFE"/>
                </a:solidFill>
                <a:latin typeface="Consolas" panose="020B0609020204030204" pitchFamily="49" charset="0"/>
              </a:rPr>
              <a:t>x</a:t>
            </a:r>
            <a:r>
              <a:rPr lang="en-US" sz="2000" dirty="0">
                <a:solidFill>
                  <a:srgbClr val="D4D4D4"/>
                </a:solidFill>
                <a:latin typeface="Consolas" panose="020B0609020204030204" pitchFamily="49" charset="0"/>
              </a:rPr>
              <a:t> = </a:t>
            </a:r>
            <a:r>
              <a:rPr lang="en-US" sz="2000" dirty="0" err="1">
                <a:solidFill>
                  <a:srgbClr val="9CDCFE"/>
                </a:solidFill>
                <a:latin typeface="Consolas" panose="020B0609020204030204" pitchFamily="49" charset="0"/>
              </a:rPr>
              <a:t>document</a:t>
            </a:r>
            <a:r>
              <a:rPr lang="en-US" sz="2000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US" sz="2000" dirty="0" err="1">
                <a:solidFill>
                  <a:srgbClr val="DCDCAA"/>
                </a:solidFill>
                <a:latin typeface="Consolas" panose="020B0609020204030204" pitchFamily="49" charset="0"/>
              </a:rPr>
              <a:t>getElementById</a:t>
            </a:r>
            <a:r>
              <a:rPr lang="en-US" sz="20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rgbClr val="CE9178"/>
                </a:solidFill>
                <a:latin typeface="Consolas" panose="020B0609020204030204" pitchFamily="49" charset="0"/>
              </a:rPr>
              <a:t>"item1"</a:t>
            </a:r>
            <a:r>
              <a:rPr lang="en-US" sz="2000" dirty="0">
                <a:solidFill>
                  <a:srgbClr val="D4D4D4"/>
                </a:solidFill>
                <a:latin typeface="Consolas" panose="020B0609020204030204" pitchFamily="49" charset="0"/>
              </a:rPr>
              <a:t>).</a:t>
            </a:r>
            <a:r>
              <a:rPr lang="en-US" sz="2000" dirty="0" err="1">
                <a:solidFill>
                  <a:srgbClr val="9CDCFE"/>
                </a:solidFill>
                <a:latin typeface="Consolas" panose="020B0609020204030204" pitchFamily="49" charset="0"/>
              </a:rPr>
              <a:t>nextElementSibling</a:t>
            </a:r>
            <a:r>
              <a:rPr lang="en-US" sz="2000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US" sz="2000" dirty="0" err="1">
                <a:solidFill>
                  <a:srgbClr val="9CDCFE"/>
                </a:solidFill>
                <a:latin typeface="Consolas" panose="020B0609020204030204" pitchFamily="49" charset="0"/>
              </a:rPr>
              <a:t>innerHTML</a:t>
            </a:r>
            <a:r>
              <a:rPr lang="en-US" sz="2000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000" dirty="0">
                <a:solidFill>
                  <a:srgbClr val="D4D4D4"/>
                </a:solidFill>
                <a:latin typeface="Consolas" panose="020B0609020204030204" pitchFamily="49" charset="0"/>
              </a:rPr>
              <a:t>            </a:t>
            </a:r>
            <a:r>
              <a:rPr lang="en-US" sz="2000" dirty="0" err="1">
                <a:solidFill>
                  <a:srgbClr val="9CDCFE"/>
                </a:solidFill>
                <a:latin typeface="Consolas" panose="020B0609020204030204" pitchFamily="49" charset="0"/>
              </a:rPr>
              <a:t>document</a:t>
            </a:r>
            <a:r>
              <a:rPr lang="en-US" sz="2000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US" sz="2000" dirty="0" err="1">
                <a:solidFill>
                  <a:srgbClr val="DCDCAA"/>
                </a:solidFill>
                <a:latin typeface="Consolas" panose="020B0609020204030204" pitchFamily="49" charset="0"/>
              </a:rPr>
              <a:t>getElementById</a:t>
            </a:r>
            <a:r>
              <a:rPr lang="en-US" sz="20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rgbClr val="CE9178"/>
                </a:solidFill>
                <a:latin typeface="Consolas" panose="020B0609020204030204" pitchFamily="49" charset="0"/>
              </a:rPr>
              <a:t>"demo"</a:t>
            </a:r>
            <a:r>
              <a:rPr lang="en-US" sz="2000" dirty="0">
                <a:solidFill>
                  <a:srgbClr val="D4D4D4"/>
                </a:solidFill>
                <a:latin typeface="Consolas" panose="020B0609020204030204" pitchFamily="49" charset="0"/>
              </a:rPr>
              <a:t>).</a:t>
            </a:r>
            <a:r>
              <a:rPr lang="en-US" sz="2000" dirty="0" err="1">
                <a:solidFill>
                  <a:srgbClr val="9CDCFE"/>
                </a:solidFill>
                <a:latin typeface="Consolas" panose="020B0609020204030204" pitchFamily="49" charset="0"/>
              </a:rPr>
              <a:t>innerHTML</a:t>
            </a:r>
            <a:r>
              <a:rPr lang="en-US" sz="2000" dirty="0">
                <a:solidFill>
                  <a:srgbClr val="D4D4D4"/>
                </a:solidFill>
                <a:latin typeface="Consolas" panose="020B0609020204030204" pitchFamily="49" charset="0"/>
              </a:rPr>
              <a:t> = </a:t>
            </a:r>
            <a:r>
              <a:rPr lang="en-US" sz="2000" dirty="0">
                <a:solidFill>
                  <a:srgbClr val="9CDCFE"/>
                </a:solidFill>
                <a:latin typeface="Consolas" panose="020B0609020204030204" pitchFamily="49" charset="0"/>
              </a:rPr>
              <a:t>x</a:t>
            </a:r>
            <a:r>
              <a:rPr lang="en-US" sz="2000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000" dirty="0">
                <a:solidFill>
                  <a:srgbClr val="D4D4D4"/>
                </a:solidFill>
                <a:latin typeface="Consolas" panose="020B0609020204030204" pitchFamily="49" charset="0"/>
              </a:rPr>
              <a:t>        }</a:t>
            </a:r>
          </a:p>
          <a:p>
            <a:r>
              <a:rPr lang="en-US" sz="2000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  <a:r>
              <a:rPr lang="en-US" sz="2000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US" sz="2000" dirty="0">
                <a:solidFill>
                  <a:srgbClr val="569CD6"/>
                </a:solidFill>
                <a:latin typeface="Consolas" panose="020B0609020204030204" pitchFamily="49" charset="0"/>
              </a:rPr>
              <a:t>script</a:t>
            </a:r>
            <a:r>
              <a:rPr lang="en-US" sz="20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12534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800" dirty="0" smtClean="0"/>
              <a:t>요소 </a:t>
            </a:r>
            <a:r>
              <a:rPr lang="ko-KR" altLang="en-US" sz="2800" dirty="0" smtClean="0"/>
              <a:t>조작하기</a:t>
            </a:r>
            <a:endParaRPr lang="ko-KR" altLang="en-US" sz="28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72856" y="587856"/>
            <a:ext cx="11664220" cy="5740119"/>
          </a:xfrm>
        </p:spPr>
        <p:txBody>
          <a:bodyPr>
            <a:normAutofit/>
          </a:bodyPr>
          <a:lstStyle/>
          <a:p>
            <a:r>
              <a:rPr lang="ko-KR" altLang="en-US" sz="2200" b="1" dirty="0">
                <a:solidFill>
                  <a:prstClr val="black"/>
                </a:solidFill>
              </a:rPr>
              <a:t>요소를 선택한 다음</a:t>
            </a:r>
            <a:r>
              <a:rPr lang="en-US" altLang="ko-KR" sz="2200" b="1" dirty="0">
                <a:solidFill>
                  <a:prstClr val="black"/>
                </a:solidFill>
              </a:rPr>
              <a:t>, </a:t>
            </a:r>
            <a:r>
              <a:rPr lang="ko-KR" altLang="en-US" sz="2200" b="1" dirty="0">
                <a:solidFill>
                  <a:prstClr val="black"/>
                </a:solidFill>
              </a:rPr>
              <a:t>요소를 조작</a:t>
            </a:r>
          </a:p>
          <a:p>
            <a:pPr lvl="1"/>
            <a:r>
              <a:rPr lang="ko-KR" altLang="en-US" dirty="0"/>
              <a:t>속성 가져오기</a:t>
            </a:r>
            <a:endParaRPr lang="en-US" altLang="ko-KR" dirty="0"/>
          </a:p>
          <a:p>
            <a:pPr lvl="1"/>
            <a:r>
              <a:rPr lang="ko-KR" altLang="en-US" dirty="0"/>
              <a:t>속성 설정하기</a:t>
            </a:r>
            <a:r>
              <a:rPr lang="en-US" altLang="ko-KR" dirty="0"/>
              <a:t>(CSS</a:t>
            </a:r>
            <a:r>
              <a:rPr lang="ko-KR" altLang="en-US" dirty="0"/>
              <a:t>조작하기</a:t>
            </a:r>
            <a:r>
              <a:rPr lang="en-US" altLang="ko-KR" dirty="0"/>
              <a:t>)</a:t>
            </a:r>
          </a:p>
          <a:p>
            <a:pPr lvl="1"/>
            <a:r>
              <a:rPr lang="en-US" altLang="ko-KR" dirty="0">
                <a:solidFill>
                  <a:schemeClr val="bg1">
                    <a:lumMod val="50000"/>
                  </a:schemeClr>
                </a:solidFill>
              </a:rPr>
              <a:t>Text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</a:rPr>
              <a:t>노드 값 가져오기</a:t>
            </a:r>
            <a:endParaRPr lang="en-US" altLang="ko-KR" dirty="0">
              <a:solidFill>
                <a:schemeClr val="bg1">
                  <a:lumMod val="50000"/>
                </a:schemeClr>
              </a:solidFill>
            </a:endParaRPr>
          </a:p>
          <a:p>
            <a:pPr lvl="1"/>
            <a:r>
              <a:rPr lang="en-US" altLang="ko-KR" dirty="0">
                <a:solidFill>
                  <a:schemeClr val="bg1">
                    <a:lumMod val="50000"/>
                  </a:schemeClr>
                </a:solidFill>
              </a:rPr>
              <a:t>Text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</a:rPr>
              <a:t>노드 값 조작하기</a:t>
            </a:r>
            <a:endParaRPr lang="en-US" altLang="ko-KR" dirty="0">
              <a:solidFill>
                <a:schemeClr val="bg1">
                  <a:lumMod val="50000"/>
                </a:schemeClr>
              </a:solidFill>
            </a:endParaRPr>
          </a:p>
          <a:p>
            <a:pPr lvl="1"/>
            <a:r>
              <a:rPr lang="ko-KR" altLang="en-US" dirty="0"/>
              <a:t>요소 추가</a:t>
            </a:r>
            <a:r>
              <a:rPr lang="en-US" altLang="ko-KR" dirty="0"/>
              <a:t>/</a:t>
            </a:r>
            <a:r>
              <a:rPr lang="ko-KR" altLang="en-US" dirty="0"/>
              <a:t>삭제</a:t>
            </a:r>
            <a:r>
              <a:rPr lang="en-US" altLang="ko-KR" dirty="0"/>
              <a:t>/</a:t>
            </a:r>
            <a:r>
              <a:rPr lang="ko-KR" altLang="en-US" dirty="0"/>
              <a:t>교체</a:t>
            </a:r>
            <a:endParaRPr lang="en-US" altLang="ko-KR" dirty="0"/>
          </a:p>
          <a:p>
            <a:pPr lvl="1"/>
            <a:endParaRPr lang="en-US" altLang="ko-KR" sz="1800" b="1" dirty="0" smtClean="0">
              <a:solidFill>
                <a:prstClr val="black"/>
              </a:solidFill>
            </a:endParaRPr>
          </a:p>
          <a:p>
            <a:pPr lvl="2"/>
            <a:endParaRPr lang="en-US" dirty="0"/>
          </a:p>
          <a:p>
            <a:endParaRPr lang="en-US" altLang="ko-KR" sz="1800" b="1" dirty="0" smtClean="0">
              <a:solidFill>
                <a:prstClr val="black"/>
              </a:solidFill>
            </a:endParaRPr>
          </a:p>
          <a:p>
            <a:pPr lvl="1"/>
            <a:endParaRPr lang="en-US" sz="1900" b="1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430712" cy="383497"/>
          </a:xfrm>
        </p:spPr>
        <p:txBody>
          <a:bodyPr/>
          <a:lstStyle/>
          <a:p>
            <a:pPr lvl="0">
              <a:defRPr/>
            </a:pPr>
            <a:fld id="{2DA67E06-563C-4DAC-B352-5CBE54DE7B56}" type="slidenum">
              <a:rPr lang="en-US" smtClean="0"/>
              <a:pPr lvl="0">
                <a:defRPr/>
              </a:pPr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2418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800" dirty="0"/>
              <a:t>요소 조작하기</a:t>
            </a:r>
            <a:endParaRPr lang="ko-KR" altLang="en-US" sz="28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72856" y="587856"/>
            <a:ext cx="11664220" cy="5740119"/>
          </a:xfrm>
        </p:spPr>
        <p:txBody>
          <a:bodyPr>
            <a:normAutofit/>
          </a:bodyPr>
          <a:lstStyle/>
          <a:p>
            <a:r>
              <a:rPr lang="ko-KR" altLang="en-US" sz="2200" b="1" dirty="0" smtClean="0">
                <a:solidFill>
                  <a:prstClr val="black"/>
                </a:solidFill>
              </a:rPr>
              <a:t>속성 가져오기</a:t>
            </a:r>
            <a:endParaRPr lang="ko-KR" altLang="en-US" sz="2200" b="1" dirty="0">
              <a:solidFill>
                <a:prstClr val="black"/>
              </a:solidFill>
            </a:endParaRPr>
          </a:p>
          <a:p>
            <a:pPr lvl="1"/>
            <a:r>
              <a:rPr lang="ko-KR" altLang="en-US" dirty="0"/>
              <a:t>각 요소는 속성을 가질 수 있으며 속성에는 일반적으로 해당 요소나 콘텐츠에 대한 정보가 들어 </a:t>
            </a:r>
            <a:r>
              <a:rPr lang="ko-KR" altLang="en-US" dirty="0" smtClean="0"/>
              <a:t>있음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접근하는 방법 </a:t>
            </a:r>
            <a:r>
              <a:rPr lang="en-US" altLang="ko-KR" dirty="0" smtClean="0"/>
              <a:t>1) </a:t>
            </a:r>
            <a:r>
              <a:rPr lang="ko-KR" altLang="en-US" dirty="0" err="1" smtClean="0"/>
              <a:t>프로퍼티로</a:t>
            </a:r>
            <a:r>
              <a:rPr lang="ko-KR" altLang="en-US" dirty="0" smtClean="0"/>
              <a:t> 접근 </a:t>
            </a:r>
            <a:r>
              <a:rPr lang="en-US" altLang="ko-KR" dirty="0" smtClean="0"/>
              <a:t>2) </a:t>
            </a:r>
            <a:r>
              <a:rPr lang="ko-KR" altLang="en-US" dirty="0" smtClean="0"/>
              <a:t>메서드로 접근</a:t>
            </a:r>
            <a:endParaRPr lang="en-US" altLang="ko-KR" dirty="0" smtClean="0"/>
          </a:p>
          <a:p>
            <a:pPr lvl="1"/>
            <a:endParaRPr lang="en-US" altLang="ko-KR" dirty="0"/>
          </a:p>
          <a:p>
            <a:pPr lvl="1"/>
            <a:endParaRPr lang="en-US" altLang="ko-KR" sz="1800" b="1" dirty="0" smtClean="0">
              <a:solidFill>
                <a:prstClr val="black"/>
              </a:solidFill>
            </a:endParaRPr>
          </a:p>
          <a:p>
            <a:pPr lvl="2"/>
            <a:endParaRPr lang="en-US" dirty="0"/>
          </a:p>
          <a:p>
            <a:endParaRPr lang="en-US" altLang="ko-KR" sz="1800" b="1" dirty="0" smtClean="0">
              <a:solidFill>
                <a:prstClr val="black"/>
              </a:solidFill>
            </a:endParaRPr>
          </a:p>
          <a:p>
            <a:pPr lvl="1"/>
            <a:endParaRPr lang="en-US" sz="1900" b="1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430712" cy="383497"/>
          </a:xfrm>
        </p:spPr>
        <p:txBody>
          <a:bodyPr/>
          <a:lstStyle/>
          <a:p>
            <a:pPr lvl="0">
              <a:defRPr/>
            </a:pPr>
            <a:fld id="{2DA67E06-563C-4DAC-B352-5CBE54DE7B56}" type="slidenum">
              <a:rPr lang="en-US" smtClean="0"/>
              <a:pPr lvl="0">
                <a:defRPr/>
              </a:pPr>
              <a:t>14</a:t>
            </a:fld>
            <a:endParaRPr lang="en-US"/>
          </a:p>
        </p:txBody>
      </p:sp>
      <p:sp>
        <p:nvSpPr>
          <p:cNvPr id="6" name="직사각형 5"/>
          <p:cNvSpPr/>
          <p:nvPr/>
        </p:nvSpPr>
        <p:spPr>
          <a:xfrm>
            <a:off x="2049455" y="2631448"/>
            <a:ext cx="7920881" cy="40011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2000" dirty="0"/>
              <a:t>&lt;div id="</a:t>
            </a:r>
            <a:r>
              <a:rPr lang="en-US" sz="2000" dirty="0" err="1"/>
              <a:t>myDiv</a:t>
            </a:r>
            <a:r>
              <a:rPr lang="en-US" sz="2000" dirty="0"/>
              <a:t>" class="</a:t>
            </a:r>
            <a:r>
              <a:rPr lang="en-US" sz="2000" dirty="0" err="1"/>
              <a:t>bd</a:t>
            </a:r>
            <a:r>
              <a:rPr lang="en-US" sz="2000" dirty="0"/>
              <a:t>" title="Body text" </a:t>
            </a:r>
            <a:r>
              <a:rPr lang="en-US" sz="2000" dirty="0" err="1"/>
              <a:t>lang</a:t>
            </a:r>
            <a:r>
              <a:rPr lang="en-US" sz="2000" dirty="0"/>
              <a:t>="</a:t>
            </a:r>
            <a:r>
              <a:rPr lang="en-US" sz="2000" dirty="0" err="1"/>
              <a:t>en</a:t>
            </a:r>
            <a:r>
              <a:rPr lang="en-US" sz="2000" dirty="0"/>
              <a:t>" </a:t>
            </a:r>
            <a:r>
              <a:rPr lang="en-US" sz="2000" dirty="0" err="1"/>
              <a:t>dir</a:t>
            </a:r>
            <a:r>
              <a:rPr lang="en-US" sz="2000" dirty="0"/>
              <a:t>="</a:t>
            </a:r>
            <a:r>
              <a:rPr lang="en-US" sz="2000" dirty="0" err="1"/>
              <a:t>ltr</a:t>
            </a:r>
            <a:r>
              <a:rPr lang="en-US" sz="2000" dirty="0"/>
              <a:t>"&gt;&lt;/div&gt; 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897423" y="3360043"/>
            <a:ext cx="4985969" cy="1938992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2000" dirty="0"/>
              <a:t> </a:t>
            </a:r>
            <a:r>
              <a:rPr lang="en-US" sz="2000" dirty="0" err="1"/>
              <a:t>var</a:t>
            </a:r>
            <a:r>
              <a:rPr lang="en-US" sz="2000" dirty="0"/>
              <a:t> div = </a:t>
            </a:r>
            <a:r>
              <a:rPr lang="en-US" sz="2000" dirty="0" err="1"/>
              <a:t>document.getElementById</a:t>
            </a:r>
            <a:r>
              <a:rPr lang="en-US" sz="2000" dirty="0"/>
              <a:t>('</a:t>
            </a:r>
            <a:r>
              <a:rPr lang="en-US" sz="2000" dirty="0" err="1"/>
              <a:t>myDiv</a:t>
            </a:r>
            <a:r>
              <a:rPr lang="en-US" sz="2000" dirty="0"/>
              <a:t>');</a:t>
            </a:r>
          </a:p>
          <a:p>
            <a:r>
              <a:rPr lang="en-US" sz="2000" dirty="0" smtClean="0"/>
              <a:t>console.log(1</a:t>
            </a:r>
            <a:r>
              <a:rPr lang="en-US" sz="2000" dirty="0"/>
              <a:t>, div.id);</a:t>
            </a:r>
          </a:p>
          <a:p>
            <a:r>
              <a:rPr lang="en-US" sz="2000" dirty="0" smtClean="0"/>
              <a:t>console.log(2</a:t>
            </a:r>
            <a:r>
              <a:rPr lang="en-US" sz="2000" dirty="0"/>
              <a:t>, </a:t>
            </a:r>
            <a:r>
              <a:rPr lang="en-US" sz="2000" dirty="0" err="1"/>
              <a:t>div.</a:t>
            </a:r>
            <a:r>
              <a:rPr lang="en-US" sz="2000" dirty="0" err="1">
                <a:solidFill>
                  <a:srgbClr val="FF0000"/>
                </a:solidFill>
              </a:rPr>
              <a:t>className</a:t>
            </a:r>
            <a:r>
              <a:rPr lang="en-US" sz="2000" dirty="0"/>
              <a:t>);</a:t>
            </a:r>
          </a:p>
          <a:p>
            <a:r>
              <a:rPr lang="en-US" sz="2000" dirty="0" smtClean="0"/>
              <a:t>console.log(3</a:t>
            </a:r>
            <a:r>
              <a:rPr lang="en-US" sz="2000" dirty="0"/>
              <a:t>, </a:t>
            </a:r>
            <a:r>
              <a:rPr lang="en-US" sz="2000" dirty="0" err="1"/>
              <a:t>div.title</a:t>
            </a:r>
            <a:r>
              <a:rPr lang="en-US" sz="2000" dirty="0"/>
              <a:t>);</a:t>
            </a:r>
          </a:p>
          <a:p>
            <a:r>
              <a:rPr lang="en-US" sz="2000" dirty="0" smtClean="0"/>
              <a:t>console.log(4</a:t>
            </a:r>
            <a:r>
              <a:rPr lang="en-US" sz="2000" dirty="0"/>
              <a:t>, </a:t>
            </a:r>
            <a:r>
              <a:rPr lang="en-US" sz="2000" dirty="0" err="1"/>
              <a:t>div.lang</a:t>
            </a:r>
            <a:r>
              <a:rPr lang="en-US" sz="2000" dirty="0"/>
              <a:t>);</a:t>
            </a:r>
          </a:p>
          <a:p>
            <a:r>
              <a:rPr lang="en-US" sz="2000" dirty="0" smtClean="0"/>
              <a:t>console.log(5</a:t>
            </a:r>
            <a:r>
              <a:rPr lang="en-US" sz="2000" dirty="0"/>
              <a:t>, </a:t>
            </a:r>
            <a:r>
              <a:rPr lang="en-US" sz="2000" dirty="0" err="1"/>
              <a:t>div.dir</a:t>
            </a:r>
            <a:r>
              <a:rPr lang="en-US" sz="2000" dirty="0" smtClean="0"/>
              <a:t>);</a:t>
            </a:r>
            <a:endParaRPr lang="en-US" sz="2000" dirty="0"/>
          </a:p>
        </p:txBody>
      </p:sp>
      <p:sp>
        <p:nvSpPr>
          <p:cNvPr id="8" name="직사각형 7"/>
          <p:cNvSpPr/>
          <p:nvPr/>
        </p:nvSpPr>
        <p:spPr>
          <a:xfrm>
            <a:off x="6554125" y="3360043"/>
            <a:ext cx="4260527" cy="193899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2000" dirty="0" smtClean="0"/>
              <a:t>console.log(1</a:t>
            </a:r>
            <a:r>
              <a:rPr lang="en-US" sz="2000" dirty="0"/>
              <a:t>, </a:t>
            </a:r>
            <a:r>
              <a:rPr lang="en-US" sz="2000" dirty="0" err="1"/>
              <a:t>div.</a:t>
            </a:r>
            <a:r>
              <a:rPr lang="en-US" sz="2000" dirty="0" err="1">
                <a:solidFill>
                  <a:srgbClr val="0000FF"/>
                </a:solidFill>
              </a:rPr>
              <a:t>getAttribute</a:t>
            </a:r>
            <a:r>
              <a:rPr lang="en-US" sz="2000" dirty="0"/>
              <a:t>('id'));</a:t>
            </a:r>
          </a:p>
          <a:p>
            <a:r>
              <a:rPr lang="en-US" sz="2000" dirty="0" smtClean="0"/>
              <a:t>console.log(2</a:t>
            </a:r>
            <a:r>
              <a:rPr lang="en-US" sz="2000" dirty="0"/>
              <a:t>, </a:t>
            </a:r>
            <a:r>
              <a:rPr lang="en-US" sz="2000" dirty="0" err="1"/>
              <a:t>div.</a:t>
            </a:r>
            <a:r>
              <a:rPr lang="en-US" sz="2000" dirty="0" err="1">
                <a:solidFill>
                  <a:srgbClr val="0000FF"/>
                </a:solidFill>
              </a:rPr>
              <a:t>getAttribute</a:t>
            </a:r>
            <a:r>
              <a:rPr lang="en-US" sz="2000" dirty="0"/>
              <a:t>('</a:t>
            </a:r>
            <a:r>
              <a:rPr lang="en-US" sz="2000" dirty="0">
                <a:solidFill>
                  <a:srgbClr val="FF0000"/>
                </a:solidFill>
              </a:rPr>
              <a:t>class</a:t>
            </a:r>
            <a:r>
              <a:rPr lang="en-US" sz="2000" dirty="0"/>
              <a:t>'));</a:t>
            </a:r>
          </a:p>
          <a:p>
            <a:r>
              <a:rPr lang="en-US" sz="2000" dirty="0" smtClean="0"/>
              <a:t>console.log(3</a:t>
            </a:r>
            <a:r>
              <a:rPr lang="en-US" sz="2000" dirty="0"/>
              <a:t>, </a:t>
            </a:r>
            <a:r>
              <a:rPr lang="en-US" sz="2000" dirty="0" err="1"/>
              <a:t>div.</a:t>
            </a:r>
            <a:r>
              <a:rPr lang="en-US" sz="2000" dirty="0" err="1">
                <a:solidFill>
                  <a:srgbClr val="0000FF"/>
                </a:solidFill>
              </a:rPr>
              <a:t>getAttribute</a:t>
            </a:r>
            <a:r>
              <a:rPr lang="en-US" sz="2000" dirty="0"/>
              <a:t>('title'));</a:t>
            </a:r>
          </a:p>
          <a:p>
            <a:r>
              <a:rPr lang="en-US" sz="2000" dirty="0" smtClean="0"/>
              <a:t>console.log(4</a:t>
            </a:r>
            <a:r>
              <a:rPr lang="en-US" sz="2000" dirty="0"/>
              <a:t>, </a:t>
            </a:r>
            <a:r>
              <a:rPr lang="en-US" sz="2000" dirty="0" err="1"/>
              <a:t>div.</a:t>
            </a:r>
            <a:r>
              <a:rPr lang="en-US" sz="2000" dirty="0" err="1">
                <a:solidFill>
                  <a:srgbClr val="0000FF"/>
                </a:solidFill>
              </a:rPr>
              <a:t>getAttribute</a:t>
            </a:r>
            <a:r>
              <a:rPr lang="en-US" sz="2000" dirty="0"/>
              <a:t>('</a:t>
            </a:r>
            <a:r>
              <a:rPr lang="en-US" sz="2000" dirty="0" err="1"/>
              <a:t>lang</a:t>
            </a:r>
            <a:r>
              <a:rPr lang="en-US" sz="2000" dirty="0"/>
              <a:t>'));</a:t>
            </a:r>
          </a:p>
          <a:p>
            <a:r>
              <a:rPr lang="en-US" sz="2000" dirty="0" smtClean="0"/>
              <a:t>console.log(5</a:t>
            </a:r>
            <a:r>
              <a:rPr lang="en-US" sz="2000" dirty="0"/>
              <a:t>, </a:t>
            </a:r>
            <a:r>
              <a:rPr lang="en-US" sz="2000" dirty="0" err="1"/>
              <a:t>div.</a:t>
            </a:r>
            <a:r>
              <a:rPr lang="en-US" sz="2000" dirty="0" err="1">
                <a:solidFill>
                  <a:srgbClr val="0000FF"/>
                </a:solidFill>
              </a:rPr>
              <a:t>getAttribute</a:t>
            </a:r>
            <a:r>
              <a:rPr lang="en-US" sz="2000" dirty="0"/>
              <a:t>('</a:t>
            </a:r>
            <a:r>
              <a:rPr lang="en-US" sz="2000" dirty="0" err="1"/>
              <a:t>dir</a:t>
            </a:r>
            <a:r>
              <a:rPr lang="en-US" sz="2000" dirty="0" smtClean="0"/>
              <a:t>'));</a:t>
            </a:r>
          </a:p>
          <a:p>
            <a:r>
              <a:rPr lang="en-US" sz="2000" dirty="0" err="1" smtClean="0"/>
              <a:t>div.</a:t>
            </a:r>
            <a:r>
              <a:rPr lang="en-US" sz="2000" dirty="0" err="1" smtClean="0">
                <a:solidFill>
                  <a:srgbClr val="CC0000"/>
                </a:solidFill>
              </a:rPr>
              <a:t>removeAttribute</a:t>
            </a:r>
            <a:r>
              <a:rPr lang="en-US" sz="2000" dirty="0" smtClean="0"/>
              <a:t>(</a:t>
            </a:r>
            <a:r>
              <a:rPr lang="en-US" sz="2000" dirty="0"/>
              <a:t>'</a:t>
            </a:r>
            <a:r>
              <a:rPr lang="en-US" sz="2000" dirty="0" err="1"/>
              <a:t>dir</a:t>
            </a:r>
            <a:r>
              <a:rPr lang="en-US" sz="2000" dirty="0"/>
              <a:t>')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11069" y="5382862"/>
            <a:ext cx="24256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 smtClean="0"/>
              <a:t>프로퍼티로</a:t>
            </a:r>
            <a:r>
              <a:rPr lang="ko-KR" altLang="en-US" dirty="0" smtClean="0"/>
              <a:t> 속성 접근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7501873" y="5382862"/>
            <a:ext cx="21948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메서드로 속성 접근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4102242" y="4017013"/>
            <a:ext cx="13708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class</a:t>
            </a:r>
            <a:r>
              <a:rPr lang="ko-KR" altLang="en-US" dirty="0" smtClean="0">
                <a:solidFill>
                  <a:srgbClr val="FF0000"/>
                </a:solidFill>
              </a:rPr>
              <a:t>가 아님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1393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800" dirty="0"/>
              <a:t>요소 조작하기</a:t>
            </a:r>
            <a:endParaRPr lang="ko-KR" altLang="en-US" sz="28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72856" y="587856"/>
            <a:ext cx="11664220" cy="5740119"/>
          </a:xfrm>
        </p:spPr>
        <p:txBody>
          <a:bodyPr>
            <a:normAutofit/>
          </a:bodyPr>
          <a:lstStyle/>
          <a:p>
            <a:r>
              <a:rPr lang="ko-KR" altLang="en-US" sz="2200" b="1" dirty="0">
                <a:solidFill>
                  <a:prstClr val="black"/>
                </a:solidFill>
              </a:rPr>
              <a:t>속성 가져오기</a:t>
            </a:r>
          </a:p>
          <a:p>
            <a:pPr lvl="1"/>
            <a:r>
              <a:rPr lang="ko-KR" altLang="en-US" dirty="0" smtClean="0"/>
              <a:t>각 요소마다 </a:t>
            </a:r>
            <a:r>
              <a:rPr lang="ko-KR" altLang="en-US" u="sng" dirty="0" smtClean="0"/>
              <a:t>접근할 수 있는 속성이 서로 다름</a:t>
            </a:r>
            <a:endParaRPr lang="en-US" altLang="ko-KR" u="sng" dirty="0"/>
          </a:p>
          <a:p>
            <a:pPr lvl="1"/>
            <a:endParaRPr lang="en-US" altLang="ko-KR" sz="1800" b="1" dirty="0" smtClean="0">
              <a:solidFill>
                <a:prstClr val="black"/>
              </a:solidFill>
            </a:endParaRPr>
          </a:p>
          <a:p>
            <a:pPr lvl="2"/>
            <a:endParaRPr lang="en-US" dirty="0"/>
          </a:p>
          <a:p>
            <a:endParaRPr lang="en-US" altLang="ko-KR" sz="1800" b="1" dirty="0" smtClean="0">
              <a:solidFill>
                <a:prstClr val="black"/>
              </a:solidFill>
            </a:endParaRPr>
          </a:p>
          <a:p>
            <a:pPr lvl="1"/>
            <a:endParaRPr lang="en-US" sz="1900" b="1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430712" cy="383497"/>
          </a:xfrm>
        </p:spPr>
        <p:txBody>
          <a:bodyPr/>
          <a:lstStyle/>
          <a:p>
            <a:pPr lvl="0">
              <a:defRPr/>
            </a:pPr>
            <a:fld id="{2DA67E06-563C-4DAC-B352-5CBE54DE7B56}" type="slidenum">
              <a:rPr lang="en-US" smtClean="0"/>
              <a:pPr lvl="0">
                <a:defRPr/>
              </a:pPr>
              <a:t>15</a:t>
            </a:fld>
            <a:endParaRPr lang="en-US"/>
          </a:p>
        </p:txBody>
      </p:sp>
      <p:sp>
        <p:nvSpPr>
          <p:cNvPr id="12" name="직사각형 11"/>
          <p:cNvSpPr/>
          <p:nvPr/>
        </p:nvSpPr>
        <p:spPr>
          <a:xfrm>
            <a:off x="833303" y="1641154"/>
            <a:ext cx="7848873" cy="707886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2000" dirty="0"/>
              <a:t>&lt;</a:t>
            </a:r>
            <a:r>
              <a:rPr lang="en-US" sz="2000" dirty="0">
                <a:solidFill>
                  <a:srgbClr val="0070C0"/>
                </a:solidFill>
              </a:rPr>
              <a:t>input</a:t>
            </a:r>
            <a:r>
              <a:rPr lang="en-US" sz="2000" dirty="0"/>
              <a:t> </a:t>
            </a:r>
            <a:r>
              <a:rPr lang="en-US" sz="2000" dirty="0">
                <a:solidFill>
                  <a:srgbClr val="FF0000"/>
                </a:solidFill>
              </a:rPr>
              <a:t>id</a:t>
            </a:r>
            <a:r>
              <a:rPr lang="en-US" sz="2000" dirty="0"/>
              <a:t>="button" type="button" </a:t>
            </a:r>
            <a:r>
              <a:rPr lang="en-US" sz="2000" dirty="0" err="1"/>
              <a:t>onclick</a:t>
            </a:r>
            <a:r>
              <a:rPr lang="en-US" sz="2000" dirty="0"/>
              <a:t>="alert('clicked')" value="go!"&gt;</a:t>
            </a:r>
          </a:p>
          <a:p>
            <a:r>
              <a:rPr lang="en-US" sz="2000" dirty="0"/>
              <a:t>&lt;</a:t>
            </a:r>
            <a:r>
              <a:rPr lang="en-US" sz="2000" dirty="0">
                <a:solidFill>
                  <a:srgbClr val="0070C0"/>
                </a:solidFill>
              </a:rPr>
              <a:t>a</a:t>
            </a:r>
            <a:r>
              <a:rPr lang="en-US" sz="2000" dirty="0"/>
              <a:t> </a:t>
            </a:r>
            <a:r>
              <a:rPr lang="en-US" sz="2000" dirty="0">
                <a:solidFill>
                  <a:srgbClr val="FF0000"/>
                </a:solidFill>
              </a:rPr>
              <a:t>id</a:t>
            </a:r>
            <a:r>
              <a:rPr lang="en-US" sz="2000" dirty="0"/>
              <a:t>="anchor" </a:t>
            </a:r>
            <a:r>
              <a:rPr lang="en-US" sz="2000" dirty="0" err="1"/>
              <a:t>href</a:t>
            </a:r>
            <a:r>
              <a:rPr lang="en-US" sz="2000" dirty="0"/>
              <a:t>="http://cs.kumoh.ac.kr/</a:t>
            </a:r>
            <a:r>
              <a:rPr lang="en-US" sz="2000" dirty="0" err="1"/>
              <a:t>cs</a:t>
            </a:r>
            <a:r>
              <a:rPr lang="en-US" sz="2000" dirty="0"/>
              <a:t>/index.do"&gt;&lt;/a</a:t>
            </a:r>
            <a:r>
              <a:rPr lang="en-US" sz="2000" dirty="0" smtClean="0"/>
              <a:t>&gt;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833304" y="2828122"/>
            <a:ext cx="5760640" cy="2246769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2000" dirty="0" err="1" smtClean="0"/>
              <a:t>var</a:t>
            </a:r>
            <a:r>
              <a:rPr lang="en-US" sz="2000" dirty="0" smtClean="0"/>
              <a:t> </a:t>
            </a:r>
            <a:r>
              <a:rPr lang="en-US" sz="2000" dirty="0"/>
              <a:t>button = </a:t>
            </a:r>
            <a:r>
              <a:rPr lang="en-US" sz="2000" dirty="0" err="1"/>
              <a:t>document.getElementById</a:t>
            </a:r>
            <a:r>
              <a:rPr lang="en-US" sz="2000" dirty="0"/>
              <a:t>('button');</a:t>
            </a:r>
          </a:p>
          <a:p>
            <a:r>
              <a:rPr lang="en-US" sz="2000" dirty="0" err="1" smtClean="0"/>
              <a:t>var</a:t>
            </a:r>
            <a:r>
              <a:rPr lang="en-US" sz="2000" dirty="0" smtClean="0"/>
              <a:t> </a:t>
            </a:r>
            <a:r>
              <a:rPr lang="en-US" sz="2000" dirty="0"/>
              <a:t>anchor = </a:t>
            </a:r>
            <a:r>
              <a:rPr lang="en-US" sz="2000" dirty="0" err="1"/>
              <a:t>document.getElementById</a:t>
            </a:r>
            <a:r>
              <a:rPr lang="en-US" sz="2000" dirty="0"/>
              <a:t>('anchor');</a:t>
            </a:r>
          </a:p>
          <a:p>
            <a:endParaRPr lang="en-US" sz="2000" dirty="0"/>
          </a:p>
          <a:p>
            <a:r>
              <a:rPr lang="en-US" sz="2000" dirty="0" smtClean="0"/>
              <a:t>console.log(</a:t>
            </a:r>
            <a:r>
              <a:rPr lang="en-US" sz="2000" dirty="0" err="1" smtClean="0"/>
              <a:t>button.href</a:t>
            </a:r>
            <a:r>
              <a:rPr lang="en-US" sz="2000" dirty="0"/>
              <a:t>);</a:t>
            </a:r>
          </a:p>
          <a:p>
            <a:r>
              <a:rPr lang="en-US" sz="2000" dirty="0" smtClean="0"/>
              <a:t>console.log(</a:t>
            </a:r>
            <a:r>
              <a:rPr lang="en-US" sz="2000" dirty="0" err="1" smtClean="0"/>
              <a:t>anchor.href</a:t>
            </a:r>
            <a:r>
              <a:rPr lang="en-US" sz="2000" dirty="0"/>
              <a:t>);</a:t>
            </a:r>
          </a:p>
          <a:p>
            <a:r>
              <a:rPr lang="en-US" sz="2000" dirty="0" smtClean="0"/>
              <a:t>console.log(</a:t>
            </a:r>
            <a:r>
              <a:rPr lang="en-US" sz="2000" dirty="0" err="1" smtClean="0"/>
              <a:t>button.onclick</a:t>
            </a:r>
            <a:r>
              <a:rPr lang="en-US" sz="2000" dirty="0"/>
              <a:t>);</a:t>
            </a:r>
          </a:p>
          <a:p>
            <a:r>
              <a:rPr lang="en-US" sz="2000" dirty="0" smtClean="0"/>
              <a:t>console.log(</a:t>
            </a:r>
            <a:r>
              <a:rPr lang="en-US" sz="2000" dirty="0" err="1" smtClean="0"/>
              <a:t>anchor.onclick</a:t>
            </a:r>
            <a:r>
              <a:rPr lang="en-US" sz="2000" dirty="0"/>
              <a:t>);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1416" y="2828122"/>
            <a:ext cx="5046640" cy="227767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6831416" y="5189627"/>
            <a:ext cx="40719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undefined </a:t>
            </a:r>
            <a:r>
              <a:rPr lang="en-US" sz="2000" dirty="0" smtClean="0">
                <a:sym typeface="Wingdings" panose="05000000000000000000" pitchFamily="2" charset="2"/>
              </a:rPr>
              <a:t> </a:t>
            </a:r>
            <a:r>
              <a:rPr lang="ko-KR" altLang="en-US" sz="2000" dirty="0" smtClean="0">
                <a:sym typeface="Wingdings" panose="05000000000000000000" pitchFamily="2" charset="2"/>
              </a:rPr>
              <a:t>그런 거 없다</a:t>
            </a:r>
            <a:endParaRPr lang="en-US" altLang="ko-KR" sz="2000" dirty="0" smtClean="0">
              <a:sym typeface="Wingdings" panose="05000000000000000000" pitchFamily="2" charset="2"/>
            </a:endParaRPr>
          </a:p>
          <a:p>
            <a:r>
              <a:rPr lang="en-US" sz="2000" dirty="0" smtClean="0">
                <a:sym typeface="Wingdings" panose="05000000000000000000" pitchFamily="2" charset="2"/>
              </a:rPr>
              <a:t>null  </a:t>
            </a:r>
            <a:r>
              <a:rPr lang="ko-KR" altLang="en-US" sz="2000" dirty="0" smtClean="0">
                <a:sym typeface="Wingdings" panose="05000000000000000000" pitchFamily="2" charset="2"/>
              </a:rPr>
              <a:t>그런 거 있긴 한데 값은 없다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1253313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800" dirty="0"/>
              <a:t>요소 조작하기</a:t>
            </a:r>
            <a:endParaRPr lang="ko-KR" altLang="en-US" sz="28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72856" y="587856"/>
            <a:ext cx="11664220" cy="5740119"/>
          </a:xfrm>
        </p:spPr>
        <p:txBody>
          <a:bodyPr>
            <a:normAutofit/>
          </a:bodyPr>
          <a:lstStyle/>
          <a:p>
            <a:r>
              <a:rPr lang="ko-KR" altLang="en-US" sz="2200" b="1" dirty="0">
                <a:solidFill>
                  <a:prstClr val="black"/>
                </a:solidFill>
              </a:rPr>
              <a:t>속성 </a:t>
            </a:r>
            <a:r>
              <a:rPr lang="ko-KR" altLang="en-US" sz="2200" b="1" dirty="0" smtClean="0">
                <a:solidFill>
                  <a:prstClr val="black"/>
                </a:solidFill>
              </a:rPr>
              <a:t>설정하기</a:t>
            </a:r>
            <a:endParaRPr lang="ko-KR" altLang="en-US" sz="2200" b="1" dirty="0">
              <a:solidFill>
                <a:prstClr val="black"/>
              </a:solidFill>
            </a:endParaRPr>
          </a:p>
          <a:p>
            <a:pPr lvl="1"/>
            <a:r>
              <a:rPr lang="ko-KR" altLang="en-US" dirty="0" smtClean="0"/>
              <a:t>속성을 설정하는 방법 </a:t>
            </a:r>
            <a:r>
              <a:rPr lang="en-US" altLang="ko-KR" dirty="0" smtClean="0"/>
              <a:t>1) </a:t>
            </a:r>
            <a:r>
              <a:rPr lang="ko-KR" altLang="en-US" dirty="0" err="1" smtClean="0"/>
              <a:t>프로퍼티를</a:t>
            </a:r>
            <a:r>
              <a:rPr lang="ko-KR" altLang="en-US" dirty="0" smtClean="0"/>
              <a:t> 직접 수정 </a:t>
            </a:r>
            <a:r>
              <a:rPr lang="en-US" altLang="ko-KR" dirty="0" smtClean="0"/>
              <a:t>2) setter</a:t>
            </a:r>
            <a:r>
              <a:rPr lang="ko-KR" altLang="en-US" dirty="0" smtClean="0"/>
              <a:t>이용</a:t>
            </a:r>
            <a:endParaRPr lang="en-US" altLang="ko-KR" dirty="0" smtClean="0"/>
          </a:p>
          <a:p>
            <a:pPr lvl="1"/>
            <a:endParaRPr lang="en-US" altLang="ko-KR" dirty="0"/>
          </a:p>
          <a:p>
            <a:pPr lvl="1"/>
            <a:endParaRPr lang="en-US" altLang="ko-KR" sz="1800" b="1" dirty="0" smtClean="0">
              <a:solidFill>
                <a:prstClr val="black"/>
              </a:solidFill>
            </a:endParaRPr>
          </a:p>
          <a:p>
            <a:pPr lvl="2"/>
            <a:endParaRPr lang="en-US" dirty="0"/>
          </a:p>
          <a:p>
            <a:endParaRPr lang="en-US" altLang="ko-KR" sz="1800" b="1" dirty="0" smtClean="0">
              <a:solidFill>
                <a:prstClr val="black"/>
              </a:solidFill>
            </a:endParaRPr>
          </a:p>
          <a:p>
            <a:pPr lvl="1"/>
            <a:endParaRPr lang="en-US" sz="1900" b="1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430712" cy="383497"/>
          </a:xfrm>
        </p:spPr>
        <p:txBody>
          <a:bodyPr/>
          <a:lstStyle/>
          <a:p>
            <a:pPr lvl="0">
              <a:defRPr/>
            </a:pPr>
            <a:fld id="{2DA67E06-563C-4DAC-B352-5CBE54DE7B56}" type="slidenum">
              <a:rPr lang="en-US" smtClean="0"/>
              <a:pPr lvl="0">
                <a:defRPr/>
              </a:pPr>
              <a:t>16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828672" y="5577233"/>
            <a:ext cx="8748464" cy="120032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 err="1" smtClean="0"/>
              <a:t>프로퍼티를</a:t>
            </a:r>
            <a:r>
              <a:rPr lang="ko-KR" altLang="en-US" sz="1600" dirty="0" smtClean="0"/>
              <a:t> 이용하는 것과 </a:t>
            </a:r>
            <a:r>
              <a:rPr lang="en-US" altLang="ko-KR" sz="1600" dirty="0" err="1" smtClean="0"/>
              <a:t>setAttribute</a:t>
            </a:r>
            <a:r>
              <a:rPr lang="ko-KR" altLang="en-US" sz="1600" dirty="0" smtClean="0"/>
              <a:t>를 이용하여 </a:t>
            </a:r>
            <a:r>
              <a:rPr lang="en-US" altLang="ko-KR" sz="1600" dirty="0" smtClean="0"/>
              <a:t>CSS</a:t>
            </a:r>
            <a:r>
              <a:rPr lang="ko-KR" altLang="en-US" sz="1600" dirty="0" smtClean="0"/>
              <a:t>를 조작할 때 이름 주의</a:t>
            </a:r>
            <a:r>
              <a:rPr lang="en-US" altLang="ko-KR" sz="1600" dirty="0" smtClean="0"/>
              <a:t>!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 err="1" smtClean="0"/>
              <a:t>프로퍼티에서</a:t>
            </a:r>
            <a:r>
              <a:rPr lang="ko-KR" altLang="en-US" sz="1600" dirty="0" smtClean="0"/>
              <a:t> </a:t>
            </a:r>
            <a:r>
              <a:rPr lang="en-US" altLang="ko-KR" sz="1600" dirty="0" smtClean="0"/>
              <a:t>style</a:t>
            </a:r>
            <a:r>
              <a:rPr lang="ko-KR" altLang="en-US" sz="1600" dirty="0" smtClean="0"/>
              <a:t>관련 속성 </a:t>
            </a:r>
            <a:r>
              <a:rPr lang="ko-KR" altLang="en-US" sz="1600" dirty="0" err="1" smtClean="0"/>
              <a:t>네이밍</a:t>
            </a:r>
            <a:r>
              <a:rPr lang="en-US" altLang="ko-KR" sz="1600" dirty="0" smtClean="0"/>
              <a:t>: </a:t>
            </a:r>
            <a:r>
              <a:rPr lang="ko-KR" altLang="en-US" sz="1600" dirty="0" err="1" smtClean="0"/>
              <a:t>카멜표기법</a:t>
            </a:r>
            <a:endParaRPr lang="en-US" altLang="ko-KR" sz="1600" dirty="0" smtClean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err="1" smtClean="0"/>
              <a:t>setAttribute</a:t>
            </a:r>
            <a:r>
              <a:rPr lang="en-US" sz="1600" dirty="0" smtClean="0"/>
              <a:t> </a:t>
            </a:r>
            <a:r>
              <a:rPr lang="en-US" altLang="ko-KR" sz="1600" dirty="0"/>
              <a:t>style</a:t>
            </a:r>
            <a:r>
              <a:rPr lang="ko-KR" altLang="en-US" sz="1600" dirty="0"/>
              <a:t>관련 속성 </a:t>
            </a:r>
            <a:r>
              <a:rPr lang="ko-KR" altLang="en-US" sz="1600" dirty="0" err="1" smtClean="0"/>
              <a:t>네이밍</a:t>
            </a:r>
            <a:r>
              <a:rPr lang="en-US" altLang="ko-KR" sz="1600" dirty="0" smtClean="0"/>
              <a:t>: </a:t>
            </a:r>
            <a:r>
              <a:rPr lang="ko-KR" altLang="en-US" sz="1600" dirty="0" smtClean="0"/>
              <a:t>모두 소문자이며 하이픈</a:t>
            </a:r>
            <a:r>
              <a:rPr lang="en-US" altLang="ko-KR" sz="1600" dirty="0" smtClean="0"/>
              <a:t>(-)</a:t>
            </a:r>
            <a:r>
              <a:rPr lang="ko-KR" altLang="en-US" sz="1600" dirty="0" smtClean="0"/>
              <a:t>으로 구분</a:t>
            </a:r>
            <a:r>
              <a:rPr lang="en-US" altLang="ko-KR" sz="1600" dirty="0" smtClean="0"/>
              <a:t>(</a:t>
            </a:r>
            <a:r>
              <a:rPr lang="ko-KR" altLang="en-US" sz="1600" dirty="0" smtClean="0"/>
              <a:t>기존 </a:t>
            </a:r>
            <a:r>
              <a:rPr lang="en-US" altLang="ko-KR" sz="1600" dirty="0" err="1" smtClean="0"/>
              <a:t>css</a:t>
            </a:r>
            <a:r>
              <a:rPr lang="ko-KR" altLang="en-US" sz="1600" dirty="0" smtClean="0"/>
              <a:t>와 동일</a:t>
            </a:r>
            <a:r>
              <a:rPr lang="en-US" altLang="ko-KR" sz="1600" dirty="0" smtClean="0"/>
              <a:t>)</a:t>
            </a:r>
            <a:endParaRPr lang="en-US" sz="1600" dirty="0"/>
          </a:p>
        </p:txBody>
      </p:sp>
      <p:sp>
        <p:nvSpPr>
          <p:cNvPr id="4" name="직사각형 3"/>
          <p:cNvSpPr/>
          <p:nvPr/>
        </p:nvSpPr>
        <p:spPr>
          <a:xfrm>
            <a:off x="623455" y="2842953"/>
            <a:ext cx="9094123" cy="1587731"/>
          </a:xfrm>
          <a:prstGeom prst="rect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직사각형 9"/>
          <p:cNvSpPr/>
          <p:nvPr/>
        </p:nvSpPr>
        <p:spPr>
          <a:xfrm>
            <a:off x="623454" y="4514512"/>
            <a:ext cx="9094123" cy="966616"/>
          </a:xfrm>
          <a:prstGeom prst="rect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직사각형 10"/>
          <p:cNvSpPr/>
          <p:nvPr/>
        </p:nvSpPr>
        <p:spPr>
          <a:xfrm>
            <a:off x="828672" y="1611648"/>
            <a:ext cx="8748464" cy="3785652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2000" dirty="0" err="1"/>
              <a:t>var</a:t>
            </a:r>
            <a:r>
              <a:rPr lang="en-US" sz="2000" dirty="0"/>
              <a:t> </a:t>
            </a:r>
            <a:r>
              <a:rPr lang="en-US" sz="2000" dirty="0">
                <a:solidFill>
                  <a:srgbClr val="002060"/>
                </a:solidFill>
              </a:rPr>
              <a:t>button</a:t>
            </a:r>
            <a:r>
              <a:rPr lang="en-US" sz="2000" dirty="0"/>
              <a:t> = </a:t>
            </a:r>
            <a:r>
              <a:rPr lang="en-US" sz="2000" dirty="0" err="1"/>
              <a:t>document.getElementById</a:t>
            </a:r>
            <a:r>
              <a:rPr lang="en-US" sz="2000" dirty="0"/>
              <a:t>('button');</a:t>
            </a:r>
          </a:p>
          <a:p>
            <a:r>
              <a:rPr lang="en-US" sz="2000" dirty="0" err="1" smtClean="0"/>
              <a:t>var</a:t>
            </a:r>
            <a:r>
              <a:rPr lang="en-US" sz="2000" dirty="0" smtClean="0"/>
              <a:t> </a:t>
            </a:r>
            <a:r>
              <a:rPr lang="en-US" sz="2000" dirty="0">
                <a:solidFill>
                  <a:srgbClr val="002060"/>
                </a:solidFill>
              </a:rPr>
              <a:t>anchor</a:t>
            </a:r>
            <a:r>
              <a:rPr lang="en-US" sz="2000" dirty="0"/>
              <a:t> = </a:t>
            </a:r>
            <a:r>
              <a:rPr lang="en-US" sz="2000" dirty="0" err="1" smtClean="0"/>
              <a:t>document.getElementById</a:t>
            </a:r>
            <a:r>
              <a:rPr lang="en-US" sz="2000" dirty="0" smtClean="0"/>
              <a:t>('anchor</a:t>
            </a:r>
            <a:r>
              <a:rPr lang="en-US" sz="2000" dirty="0"/>
              <a:t>'</a:t>
            </a:r>
            <a:r>
              <a:rPr lang="en-US" sz="2000" dirty="0" smtClean="0"/>
              <a:t>);</a:t>
            </a:r>
            <a:endParaRPr lang="en-US" sz="2000" dirty="0"/>
          </a:p>
          <a:p>
            <a:r>
              <a:rPr lang="en-US" sz="2000" dirty="0" err="1" smtClean="0"/>
              <a:t>var</a:t>
            </a:r>
            <a:r>
              <a:rPr lang="en-US" sz="2000" dirty="0" smtClean="0"/>
              <a:t> </a:t>
            </a:r>
            <a:r>
              <a:rPr lang="en-US" sz="2000" dirty="0">
                <a:solidFill>
                  <a:srgbClr val="002060"/>
                </a:solidFill>
              </a:rPr>
              <a:t>para</a:t>
            </a:r>
            <a:r>
              <a:rPr lang="en-US" sz="2000" dirty="0"/>
              <a:t> = </a:t>
            </a:r>
            <a:r>
              <a:rPr lang="en-US" sz="2000" dirty="0" err="1"/>
              <a:t>document.getElementById</a:t>
            </a:r>
            <a:r>
              <a:rPr lang="en-US" sz="2000" dirty="0" smtClean="0"/>
              <a:t>('para');</a:t>
            </a:r>
            <a:endParaRPr lang="en-US" sz="2000" dirty="0"/>
          </a:p>
          <a:p>
            <a:r>
              <a:rPr lang="en-US" sz="2000" dirty="0"/>
              <a:t>        </a:t>
            </a:r>
          </a:p>
          <a:p>
            <a:r>
              <a:rPr lang="en-US" sz="2000" dirty="0" err="1" smtClean="0">
                <a:solidFill>
                  <a:srgbClr val="002060"/>
                </a:solidFill>
              </a:rPr>
              <a:t>button</a:t>
            </a:r>
            <a:r>
              <a:rPr lang="en-US" sz="2000" dirty="0" err="1" smtClean="0"/>
              <a:t>.title</a:t>
            </a:r>
            <a:r>
              <a:rPr lang="en-US" sz="2000" dirty="0" smtClean="0"/>
              <a:t> </a:t>
            </a:r>
            <a:r>
              <a:rPr lang="en-US" sz="2000" dirty="0"/>
              <a:t>= '</a:t>
            </a:r>
            <a:r>
              <a:rPr lang="en-US" sz="2000" dirty="0" err="1"/>
              <a:t>inputBtn</a:t>
            </a:r>
            <a:r>
              <a:rPr lang="en-US" sz="2000" dirty="0" smtClean="0"/>
              <a:t>';</a:t>
            </a:r>
            <a:endParaRPr lang="en-US" sz="2000" dirty="0"/>
          </a:p>
          <a:p>
            <a:r>
              <a:rPr lang="en-US" sz="2000" dirty="0" err="1" smtClean="0">
                <a:solidFill>
                  <a:srgbClr val="002060"/>
                </a:solidFill>
              </a:rPr>
              <a:t>button</a:t>
            </a:r>
            <a:r>
              <a:rPr lang="en-US" sz="2000" dirty="0" err="1" smtClean="0"/>
              <a:t>.onclick</a:t>
            </a:r>
            <a:r>
              <a:rPr lang="en-US" sz="2000" dirty="0" smtClean="0"/>
              <a:t> </a:t>
            </a:r>
            <a:r>
              <a:rPr lang="en-US" sz="2000" dirty="0"/>
              <a:t>= </a:t>
            </a:r>
            <a:r>
              <a:rPr lang="en-US" sz="2000" dirty="0" smtClean="0"/>
              <a:t>"</a:t>
            </a:r>
            <a:r>
              <a:rPr lang="en-US" sz="2000" dirty="0"/>
              <a:t>alert</a:t>
            </a:r>
            <a:r>
              <a:rPr lang="en-US" sz="2000" dirty="0" smtClean="0"/>
              <a:t>('</a:t>
            </a:r>
            <a:r>
              <a:rPr lang="en-US" sz="2000" dirty="0"/>
              <a:t>modified click</a:t>
            </a:r>
            <a:r>
              <a:rPr lang="en-US" sz="2000" dirty="0" smtClean="0"/>
              <a:t>')" </a:t>
            </a:r>
            <a:r>
              <a:rPr lang="en-US" sz="2000" dirty="0"/>
              <a:t>//</a:t>
            </a:r>
            <a:r>
              <a:rPr lang="en-US" sz="2000" dirty="0" err="1">
                <a:solidFill>
                  <a:srgbClr val="FF0000"/>
                </a:solidFill>
              </a:rPr>
              <a:t>javascript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ko-KR" altLang="en-US" sz="2000" dirty="0">
                <a:solidFill>
                  <a:srgbClr val="FF0000"/>
                </a:solidFill>
              </a:rPr>
              <a:t>적용 안됨</a:t>
            </a:r>
          </a:p>
          <a:p>
            <a:r>
              <a:rPr lang="en-US" sz="2000" dirty="0" err="1" smtClean="0">
                <a:solidFill>
                  <a:srgbClr val="002060"/>
                </a:solidFill>
              </a:rPr>
              <a:t>anchor</a:t>
            </a:r>
            <a:r>
              <a:rPr lang="en-US" sz="2000" dirty="0" err="1" smtClean="0"/>
              <a:t>.href</a:t>
            </a:r>
            <a:r>
              <a:rPr lang="en-US" sz="2000" dirty="0" smtClean="0"/>
              <a:t> = </a:t>
            </a:r>
            <a:r>
              <a:rPr lang="en-US" sz="2000" dirty="0"/>
              <a:t>'http://se.kumoh.ac.kr</a:t>
            </a:r>
            <a:r>
              <a:rPr lang="en-US" sz="2000" dirty="0" smtClean="0"/>
              <a:t>/';</a:t>
            </a:r>
          </a:p>
          <a:p>
            <a:r>
              <a:rPr lang="en-US" sz="2000" dirty="0" err="1">
                <a:solidFill>
                  <a:srgbClr val="002060"/>
                </a:solidFill>
              </a:rPr>
              <a:t>para</a:t>
            </a:r>
            <a:r>
              <a:rPr lang="en-US" sz="2000" dirty="0" err="1"/>
              <a:t>.style.fontSize</a:t>
            </a:r>
            <a:r>
              <a:rPr lang="en-US" sz="2000" dirty="0"/>
              <a:t> = '32px';</a:t>
            </a:r>
          </a:p>
          <a:p>
            <a:r>
              <a:rPr lang="en-US" sz="2000" dirty="0" err="1">
                <a:solidFill>
                  <a:srgbClr val="002060"/>
                </a:solidFill>
              </a:rPr>
              <a:t>para</a:t>
            </a:r>
            <a:r>
              <a:rPr lang="en-US" sz="2000" dirty="0" err="1"/>
              <a:t>.style.textAlign</a:t>
            </a:r>
            <a:r>
              <a:rPr lang="en-US" sz="2000" dirty="0"/>
              <a:t> = 'right';</a:t>
            </a:r>
          </a:p>
          <a:p>
            <a:endParaRPr lang="en-US" sz="2000" dirty="0" smtClean="0">
              <a:solidFill>
                <a:srgbClr val="002060"/>
              </a:solidFill>
            </a:endParaRPr>
          </a:p>
          <a:p>
            <a:r>
              <a:rPr lang="en-US" sz="2000" dirty="0" err="1" smtClean="0">
                <a:solidFill>
                  <a:srgbClr val="002060"/>
                </a:solidFill>
              </a:rPr>
              <a:t>anchor</a:t>
            </a:r>
            <a:r>
              <a:rPr lang="en-US" sz="2000" dirty="0" err="1" smtClean="0"/>
              <a:t>.</a:t>
            </a:r>
            <a:r>
              <a:rPr lang="en-US" sz="2000" dirty="0" err="1" smtClean="0">
                <a:solidFill>
                  <a:srgbClr val="0000FF"/>
                </a:solidFill>
              </a:rPr>
              <a:t>setAttribute</a:t>
            </a:r>
            <a:r>
              <a:rPr lang="en-US" sz="2000" dirty="0"/>
              <a:t>('</a:t>
            </a:r>
            <a:r>
              <a:rPr lang="en-US" sz="2000" dirty="0" err="1"/>
              <a:t>href</a:t>
            </a:r>
            <a:r>
              <a:rPr lang="en-US" sz="2000" dirty="0" smtClean="0"/>
              <a:t>',</a:t>
            </a:r>
            <a:r>
              <a:rPr lang="en-US" sz="2000" dirty="0"/>
              <a:t> </a:t>
            </a:r>
            <a:r>
              <a:rPr lang="en-US" sz="2000" dirty="0" smtClean="0"/>
              <a:t>'http</a:t>
            </a:r>
            <a:r>
              <a:rPr lang="en-US" sz="2000" dirty="0"/>
              <a:t>://</a:t>
            </a:r>
            <a:r>
              <a:rPr lang="en-US" sz="2000" dirty="0" smtClean="0"/>
              <a:t>cs.kumoh.ac.kr/</a:t>
            </a:r>
            <a:r>
              <a:rPr lang="en-US" sz="2000" dirty="0" err="1" smtClean="0"/>
              <a:t>cs</a:t>
            </a:r>
            <a:r>
              <a:rPr lang="en-US" sz="2000" dirty="0" smtClean="0"/>
              <a:t>/index.do');                </a:t>
            </a:r>
            <a:endParaRPr lang="en-US" sz="2000" dirty="0" smtClean="0">
              <a:solidFill>
                <a:srgbClr val="002060"/>
              </a:solidFill>
            </a:endParaRPr>
          </a:p>
          <a:p>
            <a:r>
              <a:rPr lang="en-US" sz="2000" dirty="0" err="1" smtClean="0">
                <a:solidFill>
                  <a:srgbClr val="002060"/>
                </a:solidFill>
              </a:rPr>
              <a:t>para</a:t>
            </a:r>
            <a:r>
              <a:rPr lang="en-US" sz="2000" dirty="0" err="1" smtClean="0"/>
              <a:t>.</a:t>
            </a:r>
            <a:r>
              <a:rPr lang="en-US" sz="2000" dirty="0" err="1" smtClean="0">
                <a:solidFill>
                  <a:srgbClr val="0000FF"/>
                </a:solidFill>
              </a:rPr>
              <a:t>setAttribute</a:t>
            </a:r>
            <a:r>
              <a:rPr lang="en-US" sz="2000" dirty="0"/>
              <a:t>('style','</a:t>
            </a:r>
            <a:r>
              <a:rPr lang="en-US" sz="2000" dirty="0">
                <a:solidFill>
                  <a:srgbClr val="FF0000"/>
                </a:solidFill>
              </a:rPr>
              <a:t>font-size</a:t>
            </a:r>
            <a:r>
              <a:rPr lang="en-US" sz="2000" dirty="0"/>
              <a:t>:48px;</a:t>
            </a:r>
            <a:r>
              <a:rPr lang="en-US" sz="2000" dirty="0">
                <a:solidFill>
                  <a:srgbClr val="FF0000"/>
                </a:solidFill>
              </a:rPr>
              <a:t>text-align</a:t>
            </a:r>
            <a:r>
              <a:rPr lang="en-US" sz="2000" dirty="0"/>
              <a:t>:center; border: 1px solid blue</a:t>
            </a:r>
            <a:r>
              <a:rPr lang="en-US" sz="2000" dirty="0" smtClean="0"/>
              <a:t>');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5963029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800" dirty="0"/>
              <a:t>요소 조작하기</a:t>
            </a:r>
            <a:endParaRPr lang="ko-KR" altLang="en-US" sz="28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72856" y="587856"/>
            <a:ext cx="11664220" cy="5740119"/>
          </a:xfrm>
        </p:spPr>
        <p:txBody>
          <a:bodyPr>
            <a:normAutofit/>
          </a:bodyPr>
          <a:lstStyle/>
          <a:p>
            <a:r>
              <a:rPr lang="ko-KR" altLang="en-US" sz="2200" b="1" dirty="0">
                <a:solidFill>
                  <a:prstClr val="black"/>
                </a:solidFill>
              </a:rPr>
              <a:t>속성 </a:t>
            </a:r>
            <a:r>
              <a:rPr lang="ko-KR" altLang="en-US" sz="2200" b="1" dirty="0" smtClean="0">
                <a:solidFill>
                  <a:prstClr val="black"/>
                </a:solidFill>
              </a:rPr>
              <a:t>설정하기</a:t>
            </a:r>
            <a:endParaRPr lang="ko-KR" altLang="en-US" sz="2200" b="1" dirty="0">
              <a:solidFill>
                <a:prstClr val="black"/>
              </a:solidFill>
            </a:endParaRPr>
          </a:p>
          <a:p>
            <a:pPr lvl="1"/>
            <a:r>
              <a:rPr lang="ko-KR" altLang="en-US" dirty="0" smtClean="0"/>
              <a:t>직접 값을 변경하기보다는 클래스를 적용</a:t>
            </a:r>
            <a:r>
              <a:rPr lang="en-US" altLang="ko-KR" dirty="0" smtClean="0"/>
              <a:t>(</a:t>
            </a:r>
            <a:r>
              <a:rPr lang="en-US" altLang="ko-KR" dirty="0" err="1" smtClean="0"/>
              <a:t>js</a:t>
            </a:r>
            <a:r>
              <a:rPr lang="ko-KR" altLang="en-US" dirty="0" smtClean="0"/>
              <a:t>는 동적 페이지 담당</a:t>
            </a:r>
            <a:r>
              <a:rPr lang="en-US" altLang="ko-KR" dirty="0" smtClean="0"/>
              <a:t>, </a:t>
            </a:r>
            <a:r>
              <a:rPr lang="en-US" altLang="ko-KR" dirty="0" err="1" smtClean="0"/>
              <a:t>css</a:t>
            </a:r>
            <a:r>
              <a:rPr lang="ko-KR" altLang="en-US" dirty="0" smtClean="0"/>
              <a:t>는 꾸미기 담당</a:t>
            </a:r>
            <a:r>
              <a:rPr lang="en-US" altLang="ko-KR" dirty="0" smtClean="0"/>
              <a:t>)</a:t>
            </a:r>
          </a:p>
          <a:p>
            <a:pPr lvl="1"/>
            <a:endParaRPr lang="en-US" altLang="ko-KR" dirty="0"/>
          </a:p>
          <a:p>
            <a:pPr lvl="1"/>
            <a:endParaRPr lang="en-US" altLang="ko-KR" sz="1800" b="1" dirty="0" smtClean="0">
              <a:solidFill>
                <a:prstClr val="black"/>
              </a:solidFill>
            </a:endParaRPr>
          </a:p>
          <a:p>
            <a:pPr lvl="2"/>
            <a:endParaRPr lang="en-US" dirty="0"/>
          </a:p>
          <a:p>
            <a:endParaRPr lang="en-US" altLang="ko-KR" sz="1800" b="1" dirty="0" smtClean="0">
              <a:solidFill>
                <a:prstClr val="black"/>
              </a:solidFill>
            </a:endParaRPr>
          </a:p>
          <a:p>
            <a:pPr lvl="1"/>
            <a:endParaRPr lang="en-US" sz="1900" b="1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430712" cy="383497"/>
          </a:xfrm>
        </p:spPr>
        <p:txBody>
          <a:bodyPr/>
          <a:lstStyle/>
          <a:p>
            <a:pPr lvl="0">
              <a:defRPr/>
            </a:pPr>
            <a:fld id="{2DA67E06-563C-4DAC-B352-5CBE54DE7B56}" type="slidenum">
              <a:rPr lang="en-US" smtClean="0"/>
              <a:pPr lvl="0">
                <a:defRPr/>
              </a:pPr>
              <a:t>17</a:t>
            </a:fld>
            <a:endParaRPr lang="en-US"/>
          </a:p>
        </p:txBody>
      </p:sp>
      <p:sp>
        <p:nvSpPr>
          <p:cNvPr id="4" name="직사각형 3"/>
          <p:cNvSpPr/>
          <p:nvPr/>
        </p:nvSpPr>
        <p:spPr>
          <a:xfrm>
            <a:off x="877824" y="3600526"/>
            <a:ext cx="10259768" cy="313932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h1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Hello World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h1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h1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Hello JS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h1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/>
            </a:r>
            <a:b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button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dirty="0" err="1">
                <a:solidFill>
                  <a:srgbClr val="9CDCFE"/>
                </a:solidFill>
                <a:latin typeface="Consolas" panose="020B0609020204030204" pitchFamily="49" charset="0"/>
              </a:rPr>
              <a:t>onclick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dirty="0" err="1">
                <a:solidFill>
                  <a:srgbClr val="DCDCAA"/>
                </a:solidFill>
                <a:latin typeface="Consolas" panose="020B0609020204030204" pitchFamily="49" charset="0"/>
              </a:rPr>
              <a:t>myFunction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()"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Try it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button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/>
            </a:r>
            <a:b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script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function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dirty="0" err="1">
                <a:solidFill>
                  <a:srgbClr val="DCDCAA"/>
                </a:solidFill>
                <a:latin typeface="Consolas" panose="020B0609020204030204" pitchFamily="49" charset="0"/>
              </a:rPr>
              <a:t>myFunction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() {</a:t>
            </a:r>
          </a:p>
          <a:p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 </a:t>
            </a:r>
            <a:r>
              <a:rPr lang="en-US" dirty="0" err="1">
                <a:solidFill>
                  <a:srgbClr val="9CDCFE"/>
                </a:solidFill>
                <a:latin typeface="Consolas" panose="020B0609020204030204" pitchFamily="49" charset="0"/>
              </a:rPr>
              <a:t>document</a:t>
            </a:r>
            <a:r>
              <a:rPr lang="en-US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DCDCAA"/>
                </a:solidFill>
                <a:latin typeface="Consolas" panose="020B0609020204030204" pitchFamily="49" charset="0"/>
              </a:rPr>
              <a:t>getElementsByTagName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"H1"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)[</a:t>
            </a:r>
            <a:r>
              <a:rPr lang="en-US" dirty="0">
                <a:solidFill>
                  <a:srgbClr val="B5CEA8"/>
                </a:solidFill>
                <a:latin typeface="Consolas" panose="020B0609020204030204" pitchFamily="49" charset="0"/>
              </a:rPr>
              <a:t>0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].</a:t>
            </a:r>
            <a:r>
              <a:rPr lang="en-US" dirty="0" err="1">
                <a:solidFill>
                  <a:srgbClr val="DCDCAA"/>
                </a:solidFill>
                <a:latin typeface="Consolas" panose="020B0609020204030204" pitchFamily="49" charset="0"/>
              </a:rPr>
              <a:t>setAttribute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"class"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dirty="0" err="1">
                <a:solidFill>
                  <a:srgbClr val="CE9178"/>
                </a:solidFill>
                <a:latin typeface="Consolas" panose="020B0609020204030204" pitchFamily="49" charset="0"/>
              </a:rPr>
              <a:t>democlass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); </a:t>
            </a:r>
          </a:p>
          <a:p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 </a:t>
            </a:r>
            <a:r>
              <a:rPr lang="en-US" dirty="0" err="1">
                <a:solidFill>
                  <a:srgbClr val="9CDCFE"/>
                </a:solidFill>
                <a:latin typeface="Consolas" panose="020B0609020204030204" pitchFamily="49" charset="0"/>
              </a:rPr>
              <a:t>document</a:t>
            </a:r>
            <a:r>
              <a:rPr lang="en-US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DCDCAA"/>
                </a:solidFill>
                <a:latin typeface="Consolas" panose="020B0609020204030204" pitchFamily="49" charset="0"/>
              </a:rPr>
              <a:t>getElementsByTagName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"H1"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)[</a:t>
            </a:r>
            <a:r>
              <a:rPr lang="en-US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].</a:t>
            </a:r>
            <a:r>
              <a:rPr lang="en-US" dirty="0" err="1">
                <a:solidFill>
                  <a:srgbClr val="DCDCAA"/>
                </a:solidFill>
                <a:latin typeface="Consolas" panose="020B0609020204030204" pitchFamily="49" charset="0"/>
              </a:rPr>
              <a:t>setAttribute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"class"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"democlass1"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); </a:t>
            </a:r>
          </a:p>
          <a:p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script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877824" y="1654451"/>
            <a:ext cx="6096000" cy="175432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r>
              <a:rPr lang="en-US" dirty="0">
                <a:solidFill>
                  <a:srgbClr val="D7BA7D"/>
                </a:solidFill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D7BA7D"/>
                </a:solidFill>
                <a:latin typeface="Consolas" panose="020B0609020204030204" pitchFamily="49" charset="0"/>
              </a:rPr>
              <a:t>democlass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{</a:t>
            </a:r>
          </a:p>
          <a:p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 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color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: 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red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dirty="0">
                <a:solidFill>
                  <a:srgbClr val="D7BA7D"/>
                </a:solidFill>
                <a:latin typeface="Consolas" panose="020B0609020204030204" pitchFamily="49" charset="0"/>
              </a:rPr>
              <a:t>.democlass1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{</a:t>
            </a:r>
          </a:p>
          <a:p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 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color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: 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blue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}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0136" y="1654451"/>
            <a:ext cx="2335313" cy="1310000"/>
          </a:xfrm>
          <a:prstGeom prst="rect">
            <a:avLst/>
          </a:prstGeom>
          <a:ln>
            <a:solidFill>
              <a:schemeClr val="dk1">
                <a:shade val="50000"/>
              </a:schemeClr>
            </a:solidFill>
          </a:ln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60" y="1654451"/>
            <a:ext cx="2320622" cy="1310000"/>
          </a:xfrm>
          <a:prstGeom prst="rect">
            <a:avLst/>
          </a:prstGeom>
          <a:ln>
            <a:solidFill>
              <a:schemeClr val="dk1">
                <a:shade val="50000"/>
              </a:schemeClr>
            </a:solidFill>
          </a:ln>
        </p:spPr>
      </p:pic>
      <p:cxnSp>
        <p:nvCxnSpPr>
          <p:cNvPr id="12" name="직선 화살표 연결선 11"/>
          <p:cNvCxnSpPr>
            <a:stCxn id="7" idx="3"/>
            <a:endCxn id="10" idx="1"/>
          </p:cNvCxnSpPr>
          <p:nvPr/>
        </p:nvCxnSpPr>
        <p:spPr>
          <a:xfrm>
            <a:off x="9455449" y="2309451"/>
            <a:ext cx="26011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5382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800" dirty="0"/>
              <a:t>요소 조작하기</a:t>
            </a:r>
            <a:endParaRPr lang="ko-KR" altLang="en-US" sz="28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72856" y="587856"/>
            <a:ext cx="11664220" cy="5740119"/>
          </a:xfrm>
        </p:spPr>
        <p:txBody>
          <a:bodyPr>
            <a:normAutofit/>
          </a:bodyPr>
          <a:lstStyle/>
          <a:p>
            <a:r>
              <a:rPr lang="ko-KR" altLang="en-US" sz="2200" b="1" dirty="0">
                <a:solidFill>
                  <a:prstClr val="black"/>
                </a:solidFill>
              </a:rPr>
              <a:t>속성 </a:t>
            </a:r>
            <a:r>
              <a:rPr lang="ko-KR" altLang="en-US" sz="2200" b="1" dirty="0" smtClean="0">
                <a:solidFill>
                  <a:prstClr val="black"/>
                </a:solidFill>
              </a:rPr>
              <a:t>설정하기</a:t>
            </a:r>
            <a:endParaRPr lang="ko-KR" altLang="en-US" sz="2200" b="1" dirty="0">
              <a:solidFill>
                <a:prstClr val="black"/>
              </a:solidFill>
            </a:endParaRPr>
          </a:p>
          <a:p>
            <a:pPr lvl="1"/>
            <a:r>
              <a:rPr lang="ko-KR" altLang="en-US" dirty="0" smtClean="0"/>
              <a:t>클래스 속성 다루기</a:t>
            </a:r>
            <a:endParaRPr lang="en-US" altLang="ko-KR" dirty="0" smtClean="0"/>
          </a:p>
          <a:p>
            <a:pPr lvl="1"/>
            <a:endParaRPr lang="en-US" altLang="ko-KR" dirty="0"/>
          </a:p>
          <a:p>
            <a:pPr lvl="1"/>
            <a:endParaRPr lang="en-US" altLang="ko-KR" sz="1800" b="1" dirty="0" smtClean="0">
              <a:solidFill>
                <a:prstClr val="black"/>
              </a:solidFill>
            </a:endParaRPr>
          </a:p>
          <a:p>
            <a:pPr lvl="2"/>
            <a:endParaRPr lang="en-US" dirty="0"/>
          </a:p>
          <a:p>
            <a:endParaRPr lang="en-US" altLang="ko-KR" sz="1800" b="1" dirty="0" smtClean="0">
              <a:solidFill>
                <a:prstClr val="black"/>
              </a:solidFill>
            </a:endParaRPr>
          </a:p>
          <a:p>
            <a:pPr lvl="1"/>
            <a:endParaRPr lang="en-US" sz="1900" b="1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430712" cy="383497"/>
          </a:xfrm>
        </p:spPr>
        <p:txBody>
          <a:bodyPr/>
          <a:lstStyle/>
          <a:p>
            <a:pPr lvl="0">
              <a:defRPr/>
            </a:pPr>
            <a:fld id="{2DA67E06-563C-4DAC-B352-5CBE54DE7B56}" type="slidenum">
              <a:rPr lang="en-US" smtClean="0"/>
              <a:pPr lvl="0">
                <a:defRPr/>
              </a:pPr>
              <a:t>18</a:t>
            </a:fld>
            <a:endParaRPr lang="en-US"/>
          </a:p>
        </p:txBody>
      </p:sp>
      <p:sp>
        <p:nvSpPr>
          <p:cNvPr id="11" name="직사각형 10"/>
          <p:cNvSpPr/>
          <p:nvPr/>
        </p:nvSpPr>
        <p:spPr>
          <a:xfrm>
            <a:off x="530552" y="1733598"/>
            <a:ext cx="10515600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smtClean="0"/>
              <a:t>    &lt;</a:t>
            </a:r>
            <a:r>
              <a:rPr lang="en-US" sz="2000" dirty="0"/>
              <a:t>div id="</a:t>
            </a:r>
            <a:r>
              <a:rPr lang="en-US" sz="2000" dirty="0" err="1"/>
              <a:t>classModi</a:t>
            </a:r>
            <a:r>
              <a:rPr lang="en-US" sz="2000" dirty="0"/>
              <a:t>" class="first"&gt;&lt;/div&gt;</a:t>
            </a:r>
          </a:p>
          <a:p>
            <a:r>
              <a:rPr lang="en-US" sz="2000" dirty="0"/>
              <a:t>    &lt;script&gt;</a:t>
            </a:r>
          </a:p>
          <a:p>
            <a:r>
              <a:rPr lang="en-US" sz="2000" dirty="0"/>
              <a:t>        </a:t>
            </a:r>
            <a:r>
              <a:rPr lang="en-US" sz="2000" dirty="0" err="1"/>
              <a:t>var</a:t>
            </a:r>
            <a:r>
              <a:rPr lang="en-US" sz="2000" dirty="0"/>
              <a:t> </a:t>
            </a:r>
            <a:r>
              <a:rPr lang="en-US" sz="2000" dirty="0" err="1"/>
              <a:t>classModi</a:t>
            </a:r>
            <a:r>
              <a:rPr lang="en-US" sz="2000" dirty="0"/>
              <a:t> = </a:t>
            </a:r>
            <a:r>
              <a:rPr lang="en-US" sz="2000" dirty="0" err="1"/>
              <a:t>document.</a:t>
            </a:r>
            <a:r>
              <a:rPr lang="en-US" sz="2000" dirty="0" err="1">
                <a:solidFill>
                  <a:srgbClr val="0000FF"/>
                </a:solidFill>
              </a:rPr>
              <a:t>getElementById</a:t>
            </a:r>
            <a:r>
              <a:rPr lang="en-US" sz="2000" dirty="0"/>
              <a:t>('</a:t>
            </a:r>
            <a:r>
              <a:rPr lang="en-US" sz="2000" dirty="0" err="1"/>
              <a:t>classModi</a:t>
            </a:r>
            <a:r>
              <a:rPr lang="en-US" sz="2000" dirty="0"/>
              <a:t>');        </a:t>
            </a:r>
          </a:p>
          <a:p>
            <a:r>
              <a:rPr lang="en-US" sz="2000" dirty="0"/>
              <a:t>        </a:t>
            </a:r>
            <a:r>
              <a:rPr lang="en-US" sz="2000" dirty="0" err="1"/>
              <a:t>classModi.className</a:t>
            </a:r>
            <a:r>
              <a:rPr lang="en-US" sz="2000" dirty="0"/>
              <a:t> = </a:t>
            </a:r>
            <a:r>
              <a:rPr lang="en-US" sz="2000" dirty="0" err="1"/>
              <a:t>classModi.className</a:t>
            </a:r>
            <a:r>
              <a:rPr lang="en-US" sz="2000" dirty="0"/>
              <a:t>+' second</a:t>
            </a:r>
            <a:r>
              <a:rPr lang="en-US" sz="2000" dirty="0" smtClean="0">
                <a:solidFill>
                  <a:schemeClr val="accent3">
                    <a:lumMod val="50000"/>
                  </a:schemeClr>
                </a:solidFill>
              </a:rPr>
              <a:t>';</a:t>
            </a:r>
            <a:endParaRPr lang="ko-KR" altLang="en-US" sz="2000" dirty="0">
              <a:solidFill>
                <a:schemeClr val="accent3">
                  <a:lumMod val="50000"/>
                </a:schemeClr>
              </a:solidFill>
            </a:endParaRPr>
          </a:p>
          <a:p>
            <a:r>
              <a:rPr lang="ko-KR" altLang="en-US" sz="2000" dirty="0"/>
              <a:t>        </a:t>
            </a:r>
            <a:r>
              <a:rPr lang="en-US" sz="2000" dirty="0" err="1"/>
              <a:t>classModi.className</a:t>
            </a:r>
            <a:r>
              <a:rPr lang="en-US" sz="2000" dirty="0"/>
              <a:t> = </a:t>
            </a:r>
            <a:r>
              <a:rPr lang="en-US" sz="2000" dirty="0" err="1"/>
              <a:t>classModi.className</a:t>
            </a:r>
            <a:r>
              <a:rPr lang="en-US" sz="2000" dirty="0" smtClean="0"/>
              <a:t>+' third';   </a:t>
            </a:r>
            <a:endParaRPr lang="ko-KR" altLang="en-US" sz="2000" dirty="0">
              <a:solidFill>
                <a:schemeClr val="accent3">
                  <a:lumMod val="50000"/>
                </a:schemeClr>
              </a:solidFill>
            </a:endParaRPr>
          </a:p>
          <a:p>
            <a:r>
              <a:rPr lang="ko-KR" altLang="en-US" sz="2000" dirty="0" smtClean="0"/>
              <a:t>        </a:t>
            </a:r>
            <a:r>
              <a:rPr lang="en-US" sz="2000" dirty="0">
                <a:solidFill>
                  <a:schemeClr val="accent3">
                    <a:lumMod val="50000"/>
                  </a:schemeClr>
                </a:solidFill>
              </a:rPr>
              <a:t>// second</a:t>
            </a:r>
            <a:r>
              <a:rPr lang="ko-KR" altLang="en-US" sz="2000" dirty="0">
                <a:solidFill>
                  <a:schemeClr val="accent3">
                    <a:lumMod val="50000"/>
                  </a:schemeClr>
                </a:solidFill>
              </a:rPr>
              <a:t>를 </a:t>
            </a:r>
            <a:r>
              <a:rPr lang="ko-KR" altLang="en-US" sz="2000" dirty="0" err="1">
                <a:solidFill>
                  <a:schemeClr val="accent3">
                    <a:lumMod val="50000"/>
                  </a:schemeClr>
                </a:solidFill>
              </a:rPr>
              <a:t>제거할려면</a:t>
            </a:r>
            <a:r>
              <a:rPr lang="en-US" altLang="ko-KR" sz="2000" dirty="0">
                <a:solidFill>
                  <a:schemeClr val="accent3">
                    <a:lumMod val="50000"/>
                  </a:schemeClr>
                </a:solidFill>
              </a:rPr>
              <a:t>?</a:t>
            </a:r>
            <a:endParaRPr lang="en-US" altLang="ko-KR" sz="2000" dirty="0" smtClean="0"/>
          </a:p>
          <a:p>
            <a:r>
              <a:rPr lang="en-US" altLang="ko-KR" sz="2000" dirty="0"/>
              <a:t> </a:t>
            </a:r>
            <a:r>
              <a:rPr lang="en-US" altLang="ko-KR" sz="2000" dirty="0" smtClean="0"/>
              <a:t>      </a:t>
            </a:r>
            <a:r>
              <a:rPr lang="ko-KR" altLang="en-US" sz="2000" dirty="0" smtClean="0"/>
              <a:t> </a:t>
            </a:r>
            <a:r>
              <a:rPr lang="en-US" sz="2000" dirty="0" err="1">
                <a:solidFill>
                  <a:srgbClr val="FF00FF"/>
                </a:solidFill>
              </a:rPr>
              <a:t>var</a:t>
            </a:r>
            <a:r>
              <a:rPr lang="en-US" sz="2000" dirty="0">
                <a:solidFill>
                  <a:srgbClr val="FF00FF"/>
                </a:solidFill>
              </a:rPr>
              <a:t> classes = </a:t>
            </a:r>
            <a:r>
              <a:rPr lang="en-US" sz="2000" dirty="0" err="1">
                <a:solidFill>
                  <a:srgbClr val="FF00FF"/>
                </a:solidFill>
              </a:rPr>
              <a:t>classModi.className.split</a:t>
            </a:r>
            <a:r>
              <a:rPr lang="en-US" sz="2000" dirty="0">
                <a:solidFill>
                  <a:srgbClr val="FF00FF"/>
                </a:solidFill>
              </a:rPr>
              <a:t>(' </a:t>
            </a:r>
            <a:r>
              <a:rPr lang="en-US" sz="2000" dirty="0" smtClean="0">
                <a:solidFill>
                  <a:srgbClr val="FF00FF"/>
                </a:solidFill>
              </a:rPr>
              <a:t>');</a:t>
            </a:r>
            <a:r>
              <a:rPr lang="en-US" sz="2000" dirty="0" smtClean="0"/>
              <a:t> </a:t>
            </a:r>
            <a:endParaRPr lang="en-US" sz="2000" dirty="0">
              <a:solidFill>
                <a:schemeClr val="accent3">
                  <a:lumMod val="50000"/>
                </a:schemeClr>
              </a:solidFill>
            </a:endParaRPr>
          </a:p>
          <a:p>
            <a:r>
              <a:rPr lang="en-US" sz="2000" dirty="0">
                <a:solidFill>
                  <a:srgbClr val="FF00FF"/>
                </a:solidFill>
              </a:rPr>
              <a:t>        </a:t>
            </a:r>
            <a:r>
              <a:rPr lang="en-US" sz="2000" dirty="0" err="1">
                <a:solidFill>
                  <a:srgbClr val="FF00FF"/>
                </a:solidFill>
              </a:rPr>
              <a:t>var</a:t>
            </a:r>
            <a:r>
              <a:rPr lang="en-US" sz="2000" dirty="0">
                <a:solidFill>
                  <a:srgbClr val="FF00FF"/>
                </a:solidFill>
              </a:rPr>
              <a:t> </a:t>
            </a:r>
            <a:r>
              <a:rPr lang="en-US" sz="2000" dirty="0" err="1">
                <a:solidFill>
                  <a:srgbClr val="FF00FF"/>
                </a:solidFill>
              </a:rPr>
              <a:t>classElements</a:t>
            </a:r>
            <a:r>
              <a:rPr lang="en-US" sz="2000" dirty="0">
                <a:solidFill>
                  <a:srgbClr val="FF00FF"/>
                </a:solidFill>
              </a:rPr>
              <a:t> = '';</a:t>
            </a:r>
          </a:p>
          <a:p>
            <a:r>
              <a:rPr lang="en-US" sz="2000" dirty="0">
                <a:solidFill>
                  <a:srgbClr val="FF00FF"/>
                </a:solidFill>
              </a:rPr>
              <a:t>        for(</a:t>
            </a:r>
            <a:r>
              <a:rPr lang="en-US" sz="2000" dirty="0" err="1">
                <a:solidFill>
                  <a:srgbClr val="FF00FF"/>
                </a:solidFill>
              </a:rPr>
              <a:t>i</a:t>
            </a:r>
            <a:r>
              <a:rPr lang="en-US" sz="2000" dirty="0">
                <a:solidFill>
                  <a:srgbClr val="FF00FF"/>
                </a:solidFill>
              </a:rPr>
              <a:t> of classes){</a:t>
            </a:r>
          </a:p>
          <a:p>
            <a:r>
              <a:rPr lang="en-US" sz="2000" dirty="0">
                <a:solidFill>
                  <a:srgbClr val="FF00FF"/>
                </a:solidFill>
              </a:rPr>
              <a:t>            if(</a:t>
            </a:r>
            <a:r>
              <a:rPr lang="en-US" sz="2000" dirty="0" err="1">
                <a:solidFill>
                  <a:srgbClr val="FF00FF"/>
                </a:solidFill>
              </a:rPr>
              <a:t>i</a:t>
            </a:r>
            <a:r>
              <a:rPr lang="en-US" sz="2000" dirty="0">
                <a:solidFill>
                  <a:srgbClr val="FF00FF"/>
                </a:solidFill>
              </a:rPr>
              <a:t>==='second')</a:t>
            </a:r>
          </a:p>
          <a:p>
            <a:r>
              <a:rPr lang="en-US" sz="2000" dirty="0">
                <a:solidFill>
                  <a:srgbClr val="FF00FF"/>
                </a:solidFill>
              </a:rPr>
              <a:t>                continue;</a:t>
            </a:r>
          </a:p>
          <a:p>
            <a:r>
              <a:rPr lang="en-US" sz="2000" dirty="0">
                <a:solidFill>
                  <a:srgbClr val="FF00FF"/>
                </a:solidFill>
              </a:rPr>
              <a:t>            </a:t>
            </a:r>
            <a:r>
              <a:rPr lang="en-US" sz="2000" dirty="0" err="1">
                <a:solidFill>
                  <a:srgbClr val="FF00FF"/>
                </a:solidFill>
              </a:rPr>
              <a:t>classElements</a:t>
            </a:r>
            <a:r>
              <a:rPr lang="en-US" sz="2000" dirty="0">
                <a:solidFill>
                  <a:srgbClr val="FF00FF"/>
                </a:solidFill>
              </a:rPr>
              <a:t>+=</a:t>
            </a:r>
            <a:r>
              <a:rPr lang="en-US" sz="2000" dirty="0" err="1">
                <a:solidFill>
                  <a:srgbClr val="FF00FF"/>
                </a:solidFill>
              </a:rPr>
              <a:t>i</a:t>
            </a:r>
            <a:r>
              <a:rPr lang="en-US" sz="2000" dirty="0">
                <a:solidFill>
                  <a:srgbClr val="FF00FF"/>
                </a:solidFill>
              </a:rPr>
              <a:t>;    </a:t>
            </a:r>
          </a:p>
          <a:p>
            <a:r>
              <a:rPr lang="en-US" sz="2000" dirty="0">
                <a:solidFill>
                  <a:srgbClr val="FF00FF"/>
                </a:solidFill>
              </a:rPr>
              <a:t>            </a:t>
            </a:r>
            <a:r>
              <a:rPr lang="en-US" sz="2000" dirty="0" err="1">
                <a:solidFill>
                  <a:srgbClr val="FF00FF"/>
                </a:solidFill>
              </a:rPr>
              <a:t>classElements</a:t>
            </a:r>
            <a:r>
              <a:rPr lang="en-US" sz="2000" dirty="0">
                <a:solidFill>
                  <a:srgbClr val="FF00FF"/>
                </a:solidFill>
              </a:rPr>
              <a:t>+=' ';</a:t>
            </a:r>
          </a:p>
          <a:p>
            <a:r>
              <a:rPr lang="en-US" sz="2000" dirty="0">
                <a:solidFill>
                  <a:srgbClr val="FF00FF"/>
                </a:solidFill>
              </a:rPr>
              <a:t>        }</a:t>
            </a:r>
          </a:p>
          <a:p>
            <a:r>
              <a:rPr lang="en-US" sz="2000" dirty="0">
                <a:solidFill>
                  <a:srgbClr val="FF00FF"/>
                </a:solidFill>
              </a:rPr>
              <a:t>        </a:t>
            </a:r>
            <a:r>
              <a:rPr lang="en-US" sz="2000" dirty="0" err="1">
                <a:solidFill>
                  <a:srgbClr val="FF00FF"/>
                </a:solidFill>
              </a:rPr>
              <a:t>classModi.className</a:t>
            </a:r>
            <a:r>
              <a:rPr lang="en-US" sz="2000" dirty="0">
                <a:solidFill>
                  <a:srgbClr val="FF00FF"/>
                </a:solidFill>
              </a:rPr>
              <a:t> = </a:t>
            </a:r>
            <a:r>
              <a:rPr lang="en-US" sz="2000" dirty="0" err="1">
                <a:solidFill>
                  <a:srgbClr val="FF00FF"/>
                </a:solidFill>
              </a:rPr>
              <a:t>classElements</a:t>
            </a:r>
            <a:r>
              <a:rPr lang="en-US" sz="2000" dirty="0" smtClean="0">
                <a:solidFill>
                  <a:srgbClr val="FF00FF"/>
                </a:solidFill>
              </a:rPr>
              <a:t>;     </a:t>
            </a:r>
            <a:r>
              <a:rPr lang="en-US" sz="2000" dirty="0" smtClean="0">
                <a:solidFill>
                  <a:schemeClr val="accent3">
                    <a:lumMod val="50000"/>
                  </a:schemeClr>
                </a:solidFill>
              </a:rPr>
              <a:t>//</a:t>
            </a:r>
            <a:r>
              <a:rPr lang="ko-KR" altLang="en-US" sz="2000" dirty="0" smtClean="0">
                <a:solidFill>
                  <a:schemeClr val="accent3">
                    <a:lumMod val="50000"/>
                  </a:schemeClr>
                </a:solidFill>
              </a:rPr>
              <a:t>상당히 번거로움</a:t>
            </a:r>
            <a:r>
              <a:rPr lang="en-US" altLang="ko-KR" sz="2000" dirty="0" smtClean="0">
                <a:solidFill>
                  <a:schemeClr val="accent3">
                    <a:lumMod val="50000"/>
                  </a:schemeClr>
                </a:solidFill>
              </a:rPr>
              <a:t>!!</a:t>
            </a:r>
            <a:endParaRPr lang="en-US" sz="2000" dirty="0">
              <a:solidFill>
                <a:schemeClr val="accent3">
                  <a:lumMod val="50000"/>
                </a:schemeClr>
              </a:solidFill>
            </a:endParaRPr>
          </a:p>
          <a:p>
            <a:r>
              <a:rPr lang="en-US" sz="2000" dirty="0"/>
              <a:t>    &lt;/script&gt;</a:t>
            </a:r>
          </a:p>
        </p:txBody>
      </p:sp>
      <p:sp>
        <p:nvSpPr>
          <p:cNvPr id="8" name="직사각형 7"/>
          <p:cNvSpPr/>
          <p:nvPr/>
        </p:nvSpPr>
        <p:spPr>
          <a:xfrm>
            <a:off x="6899007" y="2951726"/>
            <a:ext cx="514230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&lt;div id="</a:t>
            </a:r>
            <a:r>
              <a:rPr lang="en-US" dirty="0" err="1">
                <a:solidFill>
                  <a:srgbClr val="00B050"/>
                </a:solidFill>
              </a:rPr>
              <a:t>classModi</a:t>
            </a:r>
            <a:r>
              <a:rPr lang="en-US" dirty="0">
                <a:solidFill>
                  <a:srgbClr val="00B050"/>
                </a:solidFill>
              </a:rPr>
              <a:t>" class="</a:t>
            </a:r>
            <a:r>
              <a:rPr lang="en-US" dirty="0" smtClean="0">
                <a:solidFill>
                  <a:srgbClr val="00B050"/>
                </a:solidFill>
              </a:rPr>
              <a:t>first second th</a:t>
            </a:r>
            <a:r>
              <a:rPr lang="en-US" dirty="0">
                <a:solidFill>
                  <a:srgbClr val="00B050"/>
                </a:solidFill>
              </a:rPr>
              <a:t>i</a:t>
            </a:r>
            <a:r>
              <a:rPr lang="en-US" dirty="0" smtClean="0">
                <a:solidFill>
                  <a:srgbClr val="00B050"/>
                </a:solidFill>
              </a:rPr>
              <a:t>rd"&gt;&lt;/</a:t>
            </a:r>
            <a:r>
              <a:rPr lang="en-US" dirty="0">
                <a:solidFill>
                  <a:srgbClr val="00B050"/>
                </a:solidFill>
              </a:rPr>
              <a:t>div&gt;</a:t>
            </a:r>
          </a:p>
        </p:txBody>
      </p:sp>
    </p:spTree>
    <p:extLst>
      <p:ext uri="{BB962C8B-B14F-4D97-AF65-F5344CB8AC3E}">
        <p14:creationId xmlns:p14="http://schemas.microsoft.com/office/powerpoint/2010/main" val="24273646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800" dirty="0"/>
              <a:t>요소 조작하기</a:t>
            </a:r>
            <a:endParaRPr lang="ko-KR" altLang="en-US" sz="28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72856" y="587856"/>
            <a:ext cx="11664220" cy="5740119"/>
          </a:xfrm>
        </p:spPr>
        <p:txBody>
          <a:bodyPr>
            <a:normAutofit/>
          </a:bodyPr>
          <a:lstStyle/>
          <a:p>
            <a:r>
              <a:rPr lang="ko-KR" altLang="en-US" sz="2200" b="1" dirty="0">
                <a:solidFill>
                  <a:prstClr val="black"/>
                </a:solidFill>
              </a:rPr>
              <a:t>속성 </a:t>
            </a:r>
            <a:r>
              <a:rPr lang="ko-KR" altLang="en-US" sz="2200" b="1" dirty="0" smtClean="0">
                <a:solidFill>
                  <a:prstClr val="black"/>
                </a:solidFill>
              </a:rPr>
              <a:t>설정하기</a:t>
            </a:r>
            <a:endParaRPr lang="ko-KR" altLang="en-US" sz="2200" b="1" dirty="0">
              <a:solidFill>
                <a:prstClr val="black"/>
              </a:solidFill>
            </a:endParaRPr>
          </a:p>
          <a:p>
            <a:pPr lvl="1"/>
            <a:r>
              <a:rPr lang="ko-KR" altLang="en-US" dirty="0" smtClean="0"/>
              <a:t>클래스 속성 다루기</a:t>
            </a:r>
            <a:endParaRPr lang="en-US" altLang="ko-KR" dirty="0" smtClean="0"/>
          </a:p>
          <a:p>
            <a:pPr lvl="2"/>
            <a:r>
              <a:rPr lang="en-US" altLang="ko-KR" dirty="0" err="1" smtClean="0"/>
              <a:t>classList.add</a:t>
            </a:r>
            <a:r>
              <a:rPr lang="en-US" altLang="ko-KR" dirty="0" smtClean="0"/>
              <a:t>(class): </a:t>
            </a:r>
            <a:r>
              <a:rPr lang="ko-KR" altLang="en-US" dirty="0" smtClean="0"/>
              <a:t>클래스 추가</a:t>
            </a:r>
            <a:endParaRPr lang="en-US" altLang="ko-KR" dirty="0"/>
          </a:p>
          <a:p>
            <a:pPr lvl="2"/>
            <a:r>
              <a:rPr lang="en-US" altLang="ko-KR" dirty="0" err="1" smtClean="0"/>
              <a:t>classList.contains</a:t>
            </a:r>
            <a:r>
              <a:rPr lang="en-US" altLang="ko-KR" dirty="0" smtClean="0"/>
              <a:t>(class): </a:t>
            </a:r>
            <a:r>
              <a:rPr lang="ko-KR" altLang="en-US" dirty="0" smtClean="0"/>
              <a:t>클래스가 있는지 검사</a:t>
            </a:r>
            <a:endParaRPr lang="en-US" altLang="ko-KR" dirty="0"/>
          </a:p>
          <a:p>
            <a:pPr lvl="2"/>
            <a:r>
              <a:rPr lang="en-US" altLang="ko-KR" dirty="0" err="1" smtClean="0"/>
              <a:t>classList.item</a:t>
            </a:r>
            <a:r>
              <a:rPr lang="en-US" altLang="ko-KR" dirty="0" smtClean="0"/>
              <a:t>(index): </a:t>
            </a:r>
            <a:r>
              <a:rPr lang="ko-KR" altLang="en-US" dirty="0" smtClean="0"/>
              <a:t>클래스 반환</a:t>
            </a:r>
            <a:endParaRPr lang="en-US" altLang="ko-KR" dirty="0"/>
          </a:p>
          <a:p>
            <a:pPr lvl="2"/>
            <a:r>
              <a:rPr lang="en-US" altLang="ko-KR" dirty="0" err="1" smtClean="0"/>
              <a:t>classList.remove</a:t>
            </a:r>
            <a:r>
              <a:rPr lang="en-US" altLang="ko-KR" dirty="0" smtClean="0"/>
              <a:t>(class): </a:t>
            </a:r>
            <a:r>
              <a:rPr lang="ko-KR" altLang="en-US" dirty="0" smtClean="0"/>
              <a:t>클래스 제거</a:t>
            </a:r>
            <a:endParaRPr lang="en-US" altLang="ko-KR" dirty="0"/>
          </a:p>
          <a:p>
            <a:pPr lvl="2"/>
            <a:r>
              <a:rPr lang="en-US" altLang="ko-KR" dirty="0" err="1" smtClean="0"/>
              <a:t>classList.toggle</a:t>
            </a:r>
            <a:r>
              <a:rPr lang="en-US" altLang="ko-KR" dirty="0" smtClean="0"/>
              <a:t>(class): </a:t>
            </a:r>
            <a:r>
              <a:rPr lang="ko-KR" altLang="en-US" dirty="0" smtClean="0"/>
              <a:t>클래스가 없으면 추가</a:t>
            </a:r>
            <a:r>
              <a:rPr lang="en-US" altLang="ko-KR" dirty="0" smtClean="0"/>
              <a:t>, </a:t>
            </a:r>
            <a:r>
              <a:rPr lang="ko-KR" altLang="en-US" dirty="0" smtClean="0"/>
              <a:t>있으면 제거</a:t>
            </a:r>
            <a:endParaRPr lang="en-US" altLang="ko-KR" dirty="0"/>
          </a:p>
          <a:p>
            <a:pPr lvl="2"/>
            <a:endParaRPr lang="en-US" altLang="ko-KR" dirty="0" smtClean="0"/>
          </a:p>
          <a:p>
            <a:pPr lvl="1"/>
            <a:endParaRPr lang="en-US" altLang="ko-KR" dirty="0"/>
          </a:p>
          <a:p>
            <a:pPr lvl="1"/>
            <a:endParaRPr lang="en-US" altLang="ko-KR" sz="1800" b="1" dirty="0" smtClean="0">
              <a:solidFill>
                <a:prstClr val="black"/>
              </a:solidFill>
            </a:endParaRPr>
          </a:p>
          <a:p>
            <a:pPr lvl="2"/>
            <a:endParaRPr lang="en-US" dirty="0"/>
          </a:p>
          <a:p>
            <a:endParaRPr lang="en-US" altLang="ko-KR" sz="1800" b="1" dirty="0" smtClean="0">
              <a:solidFill>
                <a:prstClr val="black"/>
              </a:solidFill>
            </a:endParaRPr>
          </a:p>
          <a:p>
            <a:pPr lvl="1"/>
            <a:endParaRPr lang="en-US" sz="1900" b="1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430712" cy="383497"/>
          </a:xfrm>
        </p:spPr>
        <p:txBody>
          <a:bodyPr/>
          <a:lstStyle/>
          <a:p>
            <a:pPr lvl="0">
              <a:defRPr/>
            </a:pPr>
            <a:fld id="{2DA67E06-563C-4DAC-B352-5CBE54DE7B56}" type="slidenum">
              <a:rPr lang="en-US" smtClean="0"/>
              <a:pPr lvl="0">
                <a:defRPr/>
              </a:pPr>
              <a:t>19</a:t>
            </a:fld>
            <a:endParaRPr lang="en-US"/>
          </a:p>
        </p:txBody>
      </p:sp>
      <p:sp>
        <p:nvSpPr>
          <p:cNvPr id="7" name="직사각형 6"/>
          <p:cNvSpPr/>
          <p:nvPr/>
        </p:nvSpPr>
        <p:spPr>
          <a:xfrm>
            <a:off x="1281296" y="3819278"/>
            <a:ext cx="10194424" cy="3000821"/>
          </a:xfrm>
          <a:prstGeom prst="rect">
            <a:avLst/>
          </a:prstGeom>
          <a:ln>
            <a:solidFill>
              <a:schemeClr val="dk1">
                <a:shade val="5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 err="1"/>
              <a:t>classModi.classList.add</a:t>
            </a:r>
            <a:r>
              <a:rPr lang="en-US" dirty="0"/>
              <a:t>('first');</a:t>
            </a:r>
          </a:p>
          <a:p>
            <a:pPr>
              <a:lnSpc>
                <a:spcPct val="150000"/>
              </a:lnSpc>
            </a:pPr>
            <a:r>
              <a:rPr lang="en-US" dirty="0" err="1" smtClean="0"/>
              <a:t>classModi.classList.add</a:t>
            </a:r>
            <a:r>
              <a:rPr lang="en-US" dirty="0"/>
              <a:t>('second');</a:t>
            </a:r>
          </a:p>
          <a:p>
            <a:pPr>
              <a:lnSpc>
                <a:spcPct val="150000"/>
              </a:lnSpc>
            </a:pPr>
            <a:r>
              <a:rPr lang="en-US" dirty="0" err="1" smtClean="0"/>
              <a:t>classModi.classList.add</a:t>
            </a:r>
            <a:r>
              <a:rPr lang="en-US" dirty="0"/>
              <a:t>('third');</a:t>
            </a:r>
          </a:p>
          <a:p>
            <a:pPr>
              <a:lnSpc>
                <a:spcPct val="150000"/>
              </a:lnSpc>
            </a:pPr>
            <a:r>
              <a:rPr lang="en-US" dirty="0" err="1" smtClean="0"/>
              <a:t>classModi.classList.item</a:t>
            </a:r>
            <a:r>
              <a:rPr lang="en-US" dirty="0" smtClean="0"/>
              <a:t>(1</a:t>
            </a:r>
            <a:r>
              <a:rPr lang="en-US" dirty="0"/>
              <a:t>);</a:t>
            </a:r>
          </a:p>
          <a:p>
            <a:pPr>
              <a:lnSpc>
                <a:spcPct val="150000"/>
              </a:lnSpc>
            </a:pPr>
            <a:r>
              <a:rPr lang="en-US" dirty="0" err="1" smtClean="0"/>
              <a:t>classModi.classList.remove</a:t>
            </a:r>
            <a:r>
              <a:rPr lang="en-US" dirty="0"/>
              <a:t>('fourth');</a:t>
            </a:r>
          </a:p>
          <a:p>
            <a:pPr>
              <a:lnSpc>
                <a:spcPct val="150000"/>
              </a:lnSpc>
            </a:pPr>
            <a:r>
              <a:rPr lang="en-US" dirty="0" err="1" smtClean="0"/>
              <a:t>classModi.classList.remove</a:t>
            </a:r>
            <a:r>
              <a:rPr lang="en-US" dirty="0"/>
              <a:t>('second');</a:t>
            </a:r>
          </a:p>
          <a:p>
            <a:pPr>
              <a:lnSpc>
                <a:spcPct val="150000"/>
              </a:lnSpc>
            </a:pPr>
            <a:r>
              <a:rPr lang="en-US" dirty="0" err="1" smtClean="0"/>
              <a:t>classModi.classList.toggle</a:t>
            </a:r>
            <a:r>
              <a:rPr lang="en-US" dirty="0"/>
              <a:t>('second');</a:t>
            </a:r>
          </a:p>
        </p:txBody>
      </p:sp>
      <p:sp>
        <p:nvSpPr>
          <p:cNvPr id="9" name="직사각형 8"/>
          <p:cNvSpPr/>
          <p:nvPr/>
        </p:nvSpPr>
        <p:spPr>
          <a:xfrm>
            <a:off x="4454297" y="3930134"/>
            <a:ext cx="39692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&lt;div id="</a:t>
            </a:r>
            <a:r>
              <a:rPr lang="en-US" dirty="0" err="1">
                <a:solidFill>
                  <a:srgbClr val="00B050"/>
                </a:solidFill>
              </a:rPr>
              <a:t>classModi</a:t>
            </a:r>
            <a:r>
              <a:rPr lang="en-US" dirty="0">
                <a:solidFill>
                  <a:srgbClr val="00B050"/>
                </a:solidFill>
              </a:rPr>
              <a:t>" class="</a:t>
            </a:r>
            <a:r>
              <a:rPr lang="en-US" dirty="0" smtClean="0">
                <a:solidFill>
                  <a:srgbClr val="00B050"/>
                </a:solidFill>
              </a:rPr>
              <a:t>first"&gt;&lt;/</a:t>
            </a:r>
            <a:r>
              <a:rPr lang="en-US" dirty="0">
                <a:solidFill>
                  <a:srgbClr val="00B050"/>
                </a:solidFill>
              </a:rPr>
              <a:t>div&gt;</a:t>
            </a:r>
          </a:p>
        </p:txBody>
      </p:sp>
      <p:sp>
        <p:nvSpPr>
          <p:cNvPr id="10" name="직사각형 9"/>
          <p:cNvSpPr/>
          <p:nvPr/>
        </p:nvSpPr>
        <p:spPr>
          <a:xfrm>
            <a:off x="4451249" y="4338566"/>
            <a:ext cx="46357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&lt;div id="</a:t>
            </a:r>
            <a:r>
              <a:rPr lang="en-US" dirty="0" err="1">
                <a:solidFill>
                  <a:srgbClr val="00B050"/>
                </a:solidFill>
              </a:rPr>
              <a:t>classModi</a:t>
            </a:r>
            <a:r>
              <a:rPr lang="en-US" dirty="0">
                <a:solidFill>
                  <a:srgbClr val="00B050"/>
                </a:solidFill>
              </a:rPr>
              <a:t>" class="</a:t>
            </a:r>
            <a:r>
              <a:rPr lang="en-US" dirty="0" smtClean="0">
                <a:solidFill>
                  <a:srgbClr val="00B050"/>
                </a:solidFill>
              </a:rPr>
              <a:t>first second"&gt;&lt;/</a:t>
            </a:r>
            <a:r>
              <a:rPr lang="en-US" dirty="0">
                <a:solidFill>
                  <a:srgbClr val="00B050"/>
                </a:solidFill>
              </a:rPr>
              <a:t>div&gt;</a:t>
            </a:r>
          </a:p>
        </p:txBody>
      </p:sp>
      <p:sp>
        <p:nvSpPr>
          <p:cNvPr id="12" name="직사각형 11"/>
          <p:cNvSpPr/>
          <p:nvPr/>
        </p:nvSpPr>
        <p:spPr>
          <a:xfrm>
            <a:off x="4448201" y="4746998"/>
            <a:ext cx="51391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&lt;div id="</a:t>
            </a:r>
            <a:r>
              <a:rPr lang="en-US" dirty="0" err="1">
                <a:solidFill>
                  <a:srgbClr val="00B050"/>
                </a:solidFill>
              </a:rPr>
              <a:t>classModi</a:t>
            </a:r>
            <a:r>
              <a:rPr lang="en-US" dirty="0">
                <a:solidFill>
                  <a:srgbClr val="00B050"/>
                </a:solidFill>
              </a:rPr>
              <a:t>" class="</a:t>
            </a:r>
            <a:r>
              <a:rPr lang="en-US" dirty="0" smtClean="0">
                <a:solidFill>
                  <a:srgbClr val="00B050"/>
                </a:solidFill>
              </a:rPr>
              <a:t>first second third"&gt;&lt;/</a:t>
            </a:r>
            <a:r>
              <a:rPr lang="en-US" dirty="0">
                <a:solidFill>
                  <a:srgbClr val="00B050"/>
                </a:solidFill>
              </a:rPr>
              <a:t>div&gt;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4445153" y="5182862"/>
            <a:ext cx="10371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"second"</a:t>
            </a:r>
          </a:p>
        </p:txBody>
      </p:sp>
      <p:sp>
        <p:nvSpPr>
          <p:cNvPr id="14" name="직사각형 13"/>
          <p:cNvSpPr/>
          <p:nvPr/>
        </p:nvSpPr>
        <p:spPr>
          <a:xfrm>
            <a:off x="4874921" y="5582976"/>
            <a:ext cx="51391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&lt;div id="</a:t>
            </a:r>
            <a:r>
              <a:rPr lang="en-US" dirty="0" err="1">
                <a:solidFill>
                  <a:srgbClr val="00B050"/>
                </a:solidFill>
              </a:rPr>
              <a:t>classModi</a:t>
            </a:r>
            <a:r>
              <a:rPr lang="en-US" dirty="0">
                <a:solidFill>
                  <a:srgbClr val="00B050"/>
                </a:solidFill>
              </a:rPr>
              <a:t>" class="</a:t>
            </a:r>
            <a:r>
              <a:rPr lang="en-US" dirty="0" smtClean="0">
                <a:solidFill>
                  <a:srgbClr val="00B050"/>
                </a:solidFill>
              </a:rPr>
              <a:t>first second third"&gt;&lt;/</a:t>
            </a:r>
            <a:r>
              <a:rPr lang="en-US" dirty="0">
                <a:solidFill>
                  <a:srgbClr val="00B050"/>
                </a:solidFill>
              </a:rPr>
              <a:t>div&gt;</a:t>
            </a:r>
          </a:p>
        </p:txBody>
      </p:sp>
      <p:sp>
        <p:nvSpPr>
          <p:cNvPr id="15" name="직사각형 14"/>
          <p:cNvSpPr/>
          <p:nvPr/>
        </p:nvSpPr>
        <p:spPr>
          <a:xfrm>
            <a:off x="4876456" y="5976686"/>
            <a:ext cx="44197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&lt;div id="</a:t>
            </a:r>
            <a:r>
              <a:rPr lang="en-US" dirty="0" err="1">
                <a:solidFill>
                  <a:srgbClr val="00B050"/>
                </a:solidFill>
              </a:rPr>
              <a:t>classModi</a:t>
            </a:r>
            <a:r>
              <a:rPr lang="en-US" dirty="0">
                <a:solidFill>
                  <a:srgbClr val="00B050"/>
                </a:solidFill>
              </a:rPr>
              <a:t>" class="</a:t>
            </a:r>
            <a:r>
              <a:rPr lang="en-US" dirty="0" smtClean="0">
                <a:solidFill>
                  <a:srgbClr val="00B050"/>
                </a:solidFill>
              </a:rPr>
              <a:t>first third"&gt;&lt;/</a:t>
            </a:r>
            <a:r>
              <a:rPr lang="en-US" dirty="0">
                <a:solidFill>
                  <a:srgbClr val="00B050"/>
                </a:solidFill>
              </a:rPr>
              <a:t>div&gt;</a:t>
            </a:r>
          </a:p>
        </p:txBody>
      </p:sp>
      <p:sp>
        <p:nvSpPr>
          <p:cNvPr id="16" name="직사각형 15"/>
          <p:cNvSpPr/>
          <p:nvPr/>
        </p:nvSpPr>
        <p:spPr>
          <a:xfrm>
            <a:off x="4874921" y="6363432"/>
            <a:ext cx="519206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&lt;div id="</a:t>
            </a:r>
            <a:r>
              <a:rPr lang="en-US" dirty="0" err="1">
                <a:solidFill>
                  <a:srgbClr val="00B050"/>
                </a:solidFill>
              </a:rPr>
              <a:t>classModi</a:t>
            </a:r>
            <a:r>
              <a:rPr lang="en-US" dirty="0">
                <a:solidFill>
                  <a:srgbClr val="00B050"/>
                </a:solidFill>
              </a:rPr>
              <a:t>" class="</a:t>
            </a:r>
            <a:r>
              <a:rPr lang="en-US" dirty="0" smtClean="0">
                <a:solidFill>
                  <a:srgbClr val="00B050"/>
                </a:solidFill>
              </a:rPr>
              <a:t>first third second"&gt;&lt;/</a:t>
            </a:r>
            <a:r>
              <a:rPr lang="en-US" dirty="0">
                <a:solidFill>
                  <a:srgbClr val="00B050"/>
                </a:solidFill>
              </a:rPr>
              <a:t>div&gt;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5192722" y="516748"/>
            <a:ext cx="683575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ko-KR" altLang="en-US" sz="1600" dirty="0" err="1" smtClean="0"/>
              <a:t>토글예제</a:t>
            </a:r>
            <a:endParaRPr lang="en-US" altLang="ko-KR" sz="1600" dirty="0" smtClean="0"/>
          </a:p>
          <a:p>
            <a:pPr algn="r"/>
            <a:r>
              <a:rPr lang="en-US" sz="1600" dirty="0" smtClean="0"/>
              <a:t>https</a:t>
            </a:r>
            <a:r>
              <a:rPr lang="en-US" sz="1600" dirty="0"/>
              <a:t>://www.w3schools.com/howto/tryit.asp?filename=tryhow_js_toggle_class</a:t>
            </a:r>
          </a:p>
        </p:txBody>
      </p:sp>
    </p:spTree>
    <p:extLst>
      <p:ext uri="{BB962C8B-B14F-4D97-AF65-F5344CB8AC3E}">
        <p14:creationId xmlns:p14="http://schemas.microsoft.com/office/powerpoint/2010/main" val="988758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800" dirty="0"/>
              <a:t>요소 조작하기</a:t>
            </a:r>
            <a:endParaRPr lang="ko-KR" altLang="en-US" sz="28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72856" y="587856"/>
            <a:ext cx="11664220" cy="5740119"/>
          </a:xfrm>
        </p:spPr>
        <p:txBody>
          <a:bodyPr>
            <a:normAutofit/>
          </a:bodyPr>
          <a:lstStyle/>
          <a:p>
            <a:r>
              <a:rPr lang="ko-KR" altLang="en-US" sz="2200" b="1" dirty="0" smtClean="0">
                <a:solidFill>
                  <a:prstClr val="black"/>
                </a:solidFill>
              </a:rPr>
              <a:t>요소 추가</a:t>
            </a:r>
            <a:r>
              <a:rPr lang="en-US" altLang="ko-KR" sz="2200" b="1" dirty="0" smtClean="0">
                <a:solidFill>
                  <a:prstClr val="black"/>
                </a:solidFill>
              </a:rPr>
              <a:t>/</a:t>
            </a:r>
            <a:r>
              <a:rPr lang="ko-KR" altLang="en-US" sz="2200" b="1" dirty="0" smtClean="0">
                <a:solidFill>
                  <a:prstClr val="black"/>
                </a:solidFill>
              </a:rPr>
              <a:t>삭제</a:t>
            </a:r>
            <a:r>
              <a:rPr lang="en-US" altLang="ko-KR" sz="2200" b="1" dirty="0" smtClean="0">
                <a:solidFill>
                  <a:prstClr val="black"/>
                </a:solidFill>
              </a:rPr>
              <a:t>/</a:t>
            </a:r>
            <a:r>
              <a:rPr lang="ko-KR" altLang="en-US" sz="2200" b="1" dirty="0" smtClean="0">
                <a:solidFill>
                  <a:prstClr val="black"/>
                </a:solidFill>
              </a:rPr>
              <a:t>교체</a:t>
            </a:r>
            <a:endParaRPr lang="ko-KR" altLang="en-US" sz="2200" b="1" dirty="0">
              <a:solidFill>
                <a:prstClr val="black"/>
              </a:solidFill>
            </a:endParaRPr>
          </a:p>
          <a:p>
            <a:pPr lvl="1"/>
            <a:r>
              <a:rPr lang="ko-KR" altLang="en-US" dirty="0" smtClean="0"/>
              <a:t>요소 추가</a:t>
            </a:r>
            <a:endParaRPr lang="en-US" altLang="ko-KR" dirty="0" smtClean="0"/>
          </a:p>
          <a:p>
            <a:pPr lvl="1"/>
            <a:endParaRPr lang="en-US" altLang="ko-KR" dirty="0"/>
          </a:p>
          <a:p>
            <a:pPr lvl="1"/>
            <a:endParaRPr lang="en-US" altLang="ko-KR" sz="1800" b="1" dirty="0" smtClean="0">
              <a:solidFill>
                <a:prstClr val="black"/>
              </a:solidFill>
            </a:endParaRPr>
          </a:p>
          <a:p>
            <a:pPr lvl="2"/>
            <a:endParaRPr lang="en-US" dirty="0"/>
          </a:p>
          <a:p>
            <a:endParaRPr lang="en-US" altLang="ko-KR" sz="1800" b="1" dirty="0" smtClean="0">
              <a:solidFill>
                <a:prstClr val="black"/>
              </a:solidFill>
            </a:endParaRPr>
          </a:p>
          <a:p>
            <a:pPr lvl="1"/>
            <a:endParaRPr lang="en-US" sz="1900" b="1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430712" cy="383497"/>
          </a:xfrm>
        </p:spPr>
        <p:txBody>
          <a:bodyPr/>
          <a:lstStyle/>
          <a:p>
            <a:pPr lvl="0">
              <a:defRPr/>
            </a:pPr>
            <a:fld id="{2DA67E06-563C-4DAC-B352-5CBE54DE7B56}" type="slidenum">
              <a:rPr lang="en-US" smtClean="0"/>
              <a:pPr lvl="0">
                <a:defRPr/>
              </a:pPr>
              <a:t>20</a:t>
            </a:fld>
            <a:endParaRPr lang="en-US"/>
          </a:p>
        </p:txBody>
      </p:sp>
      <p:sp>
        <p:nvSpPr>
          <p:cNvPr id="17" name="직사각형 16"/>
          <p:cNvSpPr/>
          <p:nvPr/>
        </p:nvSpPr>
        <p:spPr>
          <a:xfrm>
            <a:off x="805872" y="1911120"/>
            <a:ext cx="10907592" cy="1754326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dirty="0" smtClean="0">
                <a:ea typeface="Arial Unicode MS"/>
              </a:rPr>
              <a:t>&lt;</a:t>
            </a:r>
            <a:r>
              <a:rPr lang="en-US" dirty="0">
                <a:ea typeface="Arial Unicode MS"/>
              </a:rPr>
              <a:t>h2&gt;</a:t>
            </a:r>
            <a:r>
              <a:rPr lang="ko-KR" altLang="en-US" dirty="0">
                <a:ea typeface="Arial Unicode MS"/>
              </a:rPr>
              <a:t>축제하면 가장 먼저 생각나는 것</a:t>
            </a:r>
            <a:r>
              <a:rPr lang="en-US" altLang="ko-KR" dirty="0">
                <a:ea typeface="Arial Unicode MS"/>
              </a:rPr>
              <a:t>&lt;/</a:t>
            </a:r>
            <a:r>
              <a:rPr lang="en-US" dirty="0">
                <a:ea typeface="Arial Unicode MS"/>
              </a:rPr>
              <a:t>h2&gt;</a:t>
            </a:r>
          </a:p>
          <a:p>
            <a:r>
              <a:rPr lang="en-US" dirty="0" smtClean="0">
                <a:ea typeface="Arial Unicode MS"/>
              </a:rPr>
              <a:t>&lt;</a:t>
            </a:r>
            <a:r>
              <a:rPr lang="en-US" dirty="0" err="1">
                <a:ea typeface="Arial Unicode MS"/>
              </a:rPr>
              <a:t>ol</a:t>
            </a:r>
            <a:r>
              <a:rPr lang="en-US" dirty="0">
                <a:ea typeface="Arial Unicode MS"/>
              </a:rPr>
              <a:t>&gt;</a:t>
            </a:r>
          </a:p>
          <a:p>
            <a:r>
              <a:rPr lang="en-US" dirty="0">
                <a:ea typeface="Arial Unicode MS"/>
              </a:rPr>
              <a:t>        &lt;li class="festival"&gt;</a:t>
            </a:r>
            <a:r>
              <a:rPr lang="ko-KR" altLang="en-US" dirty="0">
                <a:ea typeface="Arial Unicode MS"/>
              </a:rPr>
              <a:t>가수의 무대</a:t>
            </a:r>
            <a:r>
              <a:rPr lang="en-US" altLang="ko-KR" dirty="0">
                <a:ea typeface="Arial Unicode MS"/>
              </a:rPr>
              <a:t>&lt;/</a:t>
            </a:r>
            <a:r>
              <a:rPr lang="en-US" dirty="0">
                <a:ea typeface="Arial Unicode MS"/>
              </a:rPr>
              <a:t>li&gt;</a:t>
            </a:r>
          </a:p>
          <a:p>
            <a:r>
              <a:rPr lang="en-US" dirty="0">
                <a:ea typeface="Arial Unicode MS"/>
              </a:rPr>
              <a:t>        &lt;li class="festival"&gt;</a:t>
            </a:r>
            <a:r>
              <a:rPr lang="ko-KR" altLang="en-US" dirty="0">
                <a:ea typeface="Arial Unicode MS"/>
              </a:rPr>
              <a:t>주점</a:t>
            </a:r>
            <a:r>
              <a:rPr lang="en-US" altLang="ko-KR" dirty="0">
                <a:ea typeface="Arial Unicode MS"/>
              </a:rPr>
              <a:t>&lt;/</a:t>
            </a:r>
            <a:r>
              <a:rPr lang="en-US" dirty="0">
                <a:ea typeface="Arial Unicode MS"/>
              </a:rPr>
              <a:t>li&gt;</a:t>
            </a:r>
          </a:p>
          <a:p>
            <a:r>
              <a:rPr lang="en-US" dirty="0">
                <a:ea typeface="Arial Unicode MS"/>
              </a:rPr>
              <a:t>        &lt;li class="festival"&gt;</a:t>
            </a:r>
            <a:r>
              <a:rPr lang="ko-KR" altLang="en-US" dirty="0">
                <a:ea typeface="Arial Unicode MS"/>
              </a:rPr>
              <a:t>이벤트</a:t>
            </a:r>
            <a:r>
              <a:rPr lang="en-US" altLang="ko-KR" dirty="0">
                <a:ea typeface="Arial Unicode MS"/>
              </a:rPr>
              <a:t>&lt;/</a:t>
            </a:r>
            <a:r>
              <a:rPr lang="en-US" dirty="0">
                <a:ea typeface="Arial Unicode MS"/>
              </a:rPr>
              <a:t>li&gt;        </a:t>
            </a:r>
          </a:p>
          <a:p>
            <a:r>
              <a:rPr lang="en-US" dirty="0" smtClean="0">
                <a:ea typeface="Arial Unicode MS"/>
              </a:rPr>
              <a:t>&lt;/</a:t>
            </a:r>
            <a:r>
              <a:rPr lang="en-US" dirty="0" err="1">
                <a:ea typeface="Arial Unicode MS"/>
              </a:rPr>
              <a:t>ol</a:t>
            </a:r>
            <a:r>
              <a:rPr lang="en-US" dirty="0">
                <a:ea typeface="Arial Unicode MS"/>
              </a:rPr>
              <a:t>&gt;</a:t>
            </a:r>
          </a:p>
        </p:txBody>
      </p:sp>
      <p:sp>
        <p:nvSpPr>
          <p:cNvPr id="18" name="직사각형 17"/>
          <p:cNvSpPr/>
          <p:nvPr/>
        </p:nvSpPr>
        <p:spPr>
          <a:xfrm>
            <a:off x="805872" y="3752195"/>
            <a:ext cx="10907592" cy="2031325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dirty="0" err="1"/>
              <a:t>var</a:t>
            </a:r>
            <a:r>
              <a:rPr lang="en-US" dirty="0"/>
              <a:t> </a:t>
            </a:r>
            <a:r>
              <a:rPr lang="en-US" dirty="0">
                <a:solidFill>
                  <a:srgbClr val="FF00FF"/>
                </a:solidFill>
              </a:rPr>
              <a:t>root</a:t>
            </a:r>
            <a:r>
              <a:rPr lang="en-US" dirty="0"/>
              <a:t> = </a:t>
            </a:r>
            <a:r>
              <a:rPr lang="en-US" dirty="0" err="1"/>
              <a:t>document.getElementsByTagName</a:t>
            </a:r>
            <a:r>
              <a:rPr lang="en-US" dirty="0"/>
              <a:t>('</a:t>
            </a:r>
            <a:r>
              <a:rPr lang="en-US" dirty="0" err="1"/>
              <a:t>ol</a:t>
            </a:r>
            <a:r>
              <a:rPr lang="en-US" dirty="0" smtClean="0"/>
              <a:t>')[</a:t>
            </a:r>
            <a:r>
              <a:rPr lang="en-US" dirty="0"/>
              <a:t>0</a:t>
            </a:r>
            <a:r>
              <a:rPr lang="en-US" dirty="0" smtClean="0"/>
              <a:t>]; </a:t>
            </a:r>
            <a:r>
              <a:rPr lang="en-US" dirty="0" smtClean="0">
                <a:solidFill>
                  <a:schemeClr val="accent3">
                    <a:lumMod val="50000"/>
                  </a:schemeClr>
                </a:solidFill>
              </a:rPr>
              <a:t>//root</a:t>
            </a:r>
            <a:r>
              <a:rPr lang="ko-KR" altLang="en-US" dirty="0" smtClean="0">
                <a:solidFill>
                  <a:schemeClr val="accent3">
                    <a:lumMod val="50000"/>
                  </a:schemeClr>
                </a:solidFill>
              </a:rPr>
              <a:t>는 살아있는 객체</a:t>
            </a:r>
            <a:endParaRPr lang="en-US" dirty="0">
              <a:solidFill>
                <a:schemeClr val="accent3">
                  <a:lumMod val="50000"/>
                </a:schemeClr>
              </a:solidFill>
            </a:endParaRPr>
          </a:p>
          <a:p>
            <a:r>
              <a:rPr lang="en-US" dirty="0" err="1"/>
              <a:t>var</a:t>
            </a:r>
            <a:r>
              <a:rPr lang="en-US" dirty="0"/>
              <a:t> </a:t>
            </a:r>
            <a:r>
              <a:rPr lang="en-US" dirty="0">
                <a:solidFill>
                  <a:srgbClr val="FF00FF"/>
                </a:solidFill>
              </a:rPr>
              <a:t>li</a:t>
            </a:r>
            <a:r>
              <a:rPr lang="en-US" dirty="0"/>
              <a:t> = </a:t>
            </a:r>
            <a:r>
              <a:rPr lang="en-US" dirty="0" err="1"/>
              <a:t>document.</a:t>
            </a:r>
            <a:r>
              <a:rPr lang="en-US" dirty="0" err="1">
                <a:solidFill>
                  <a:srgbClr val="0000FF"/>
                </a:solidFill>
              </a:rPr>
              <a:t>createElement</a:t>
            </a:r>
            <a:r>
              <a:rPr lang="en-US" dirty="0"/>
              <a:t>('li</a:t>
            </a:r>
            <a:r>
              <a:rPr lang="en-US" dirty="0" smtClean="0"/>
              <a:t>');		</a:t>
            </a:r>
            <a:r>
              <a:rPr lang="en-US" dirty="0" smtClean="0">
                <a:solidFill>
                  <a:schemeClr val="accent3">
                    <a:lumMod val="50000"/>
                  </a:schemeClr>
                </a:solidFill>
              </a:rPr>
              <a:t>// &lt;li&gt;&lt;li&gt;</a:t>
            </a:r>
            <a:endParaRPr lang="en-US" dirty="0">
              <a:solidFill>
                <a:schemeClr val="accent3">
                  <a:lumMod val="50000"/>
                </a:schemeClr>
              </a:solidFill>
            </a:endParaRPr>
          </a:p>
          <a:p>
            <a:r>
              <a:rPr lang="en-US" dirty="0" err="1"/>
              <a:t>var</a:t>
            </a:r>
            <a:r>
              <a:rPr lang="en-US" dirty="0"/>
              <a:t> content = </a:t>
            </a:r>
            <a:r>
              <a:rPr lang="en-US" dirty="0" err="1"/>
              <a:t>document.</a:t>
            </a:r>
            <a:r>
              <a:rPr lang="en-US" dirty="0" err="1">
                <a:solidFill>
                  <a:srgbClr val="0000FF"/>
                </a:solidFill>
              </a:rPr>
              <a:t>createTextNode</a:t>
            </a:r>
            <a:r>
              <a:rPr lang="en-US" dirty="0"/>
              <a:t>('</a:t>
            </a:r>
            <a:r>
              <a:rPr lang="ko-KR" altLang="en-US" dirty="0"/>
              <a:t>게임</a:t>
            </a:r>
            <a:r>
              <a:rPr lang="en-US" altLang="ko-KR" dirty="0" smtClean="0"/>
              <a:t>');      </a:t>
            </a:r>
            <a:r>
              <a:rPr lang="en-US" altLang="ko-KR" dirty="0" smtClean="0">
                <a:solidFill>
                  <a:schemeClr val="accent3">
                    <a:lumMod val="50000"/>
                  </a:schemeClr>
                </a:solidFill>
              </a:rPr>
              <a:t>//  ‘</a:t>
            </a:r>
            <a:r>
              <a:rPr lang="ko-KR" altLang="en-US" dirty="0" smtClean="0">
                <a:solidFill>
                  <a:schemeClr val="accent3">
                    <a:lumMod val="50000"/>
                  </a:schemeClr>
                </a:solidFill>
              </a:rPr>
              <a:t>게임</a:t>
            </a:r>
            <a:r>
              <a:rPr lang="en-US" altLang="ko-KR" dirty="0" smtClean="0">
                <a:solidFill>
                  <a:schemeClr val="accent3">
                    <a:lumMod val="50000"/>
                  </a:schemeClr>
                </a:solidFill>
              </a:rPr>
              <a:t>’</a:t>
            </a:r>
            <a:endParaRPr lang="ko-KR" altLang="en-US" dirty="0">
              <a:solidFill>
                <a:schemeClr val="accent3">
                  <a:lumMod val="50000"/>
                </a:schemeClr>
              </a:solidFill>
            </a:endParaRPr>
          </a:p>
          <a:p>
            <a:r>
              <a:rPr lang="en-US" dirty="0">
                <a:solidFill>
                  <a:srgbClr val="FF00FF"/>
                </a:solidFill>
              </a:rPr>
              <a:t>li</a:t>
            </a:r>
            <a:r>
              <a:rPr lang="en-US" dirty="0"/>
              <a:t>.id = '</a:t>
            </a:r>
            <a:r>
              <a:rPr lang="en-US" dirty="0" err="1"/>
              <a:t>newLi</a:t>
            </a:r>
            <a:r>
              <a:rPr lang="en-US" dirty="0" smtClean="0"/>
              <a:t>';			</a:t>
            </a:r>
            <a:endParaRPr lang="en-US" dirty="0"/>
          </a:p>
          <a:p>
            <a:r>
              <a:rPr lang="en-US" dirty="0" err="1">
                <a:solidFill>
                  <a:srgbClr val="FF00FF"/>
                </a:solidFill>
              </a:rPr>
              <a:t>li</a:t>
            </a:r>
            <a:r>
              <a:rPr lang="en-US" dirty="0" err="1"/>
              <a:t>.className</a:t>
            </a:r>
            <a:r>
              <a:rPr lang="en-US" dirty="0"/>
              <a:t> = 'festival</a:t>
            </a:r>
            <a:r>
              <a:rPr lang="en-US" dirty="0" smtClean="0"/>
              <a:t>';		      </a:t>
            </a:r>
            <a:r>
              <a:rPr lang="en-US" dirty="0" smtClean="0">
                <a:solidFill>
                  <a:schemeClr val="accent3">
                    <a:lumMod val="50000"/>
                  </a:schemeClr>
                </a:solidFill>
              </a:rPr>
              <a:t>//&lt;li class=“</a:t>
            </a:r>
            <a:r>
              <a:rPr lang="en-US" dirty="0">
                <a:solidFill>
                  <a:schemeClr val="accent3">
                    <a:lumMod val="50000"/>
                  </a:schemeClr>
                </a:solidFill>
                <a:ea typeface="Arial Unicode MS"/>
              </a:rPr>
              <a:t>festival</a:t>
            </a:r>
            <a:r>
              <a:rPr lang="en-US" dirty="0" smtClean="0">
                <a:solidFill>
                  <a:schemeClr val="accent3">
                    <a:lumMod val="50000"/>
                  </a:schemeClr>
                </a:solidFill>
              </a:rPr>
              <a:t>”&gt;&lt;</a:t>
            </a:r>
            <a:r>
              <a:rPr lang="en-US" dirty="0">
                <a:solidFill>
                  <a:schemeClr val="accent3">
                    <a:lumMod val="50000"/>
                  </a:schemeClr>
                </a:solidFill>
              </a:rPr>
              <a:t>li</a:t>
            </a:r>
            <a:r>
              <a:rPr lang="en-US" dirty="0" smtClean="0">
                <a:solidFill>
                  <a:schemeClr val="accent3">
                    <a:lumMod val="50000"/>
                  </a:schemeClr>
                </a:solidFill>
              </a:rPr>
              <a:t>&gt;</a:t>
            </a:r>
            <a:r>
              <a:rPr lang="en-US" dirty="0" smtClean="0"/>
              <a:t>	</a:t>
            </a:r>
            <a:endParaRPr lang="en-US" dirty="0"/>
          </a:p>
          <a:p>
            <a:r>
              <a:rPr lang="en-US" dirty="0" err="1">
                <a:solidFill>
                  <a:srgbClr val="FF00FF"/>
                </a:solidFill>
              </a:rPr>
              <a:t>li</a:t>
            </a:r>
            <a:r>
              <a:rPr lang="en-US" dirty="0" err="1"/>
              <a:t>.</a:t>
            </a:r>
            <a:r>
              <a:rPr lang="en-US" dirty="0" err="1">
                <a:solidFill>
                  <a:srgbClr val="0000FF"/>
                </a:solidFill>
              </a:rPr>
              <a:t>appendChild</a:t>
            </a:r>
            <a:r>
              <a:rPr lang="en-US" dirty="0"/>
              <a:t>(content</a:t>
            </a:r>
            <a:r>
              <a:rPr lang="en-US" dirty="0" smtClean="0"/>
              <a:t>);		      </a:t>
            </a:r>
            <a:r>
              <a:rPr lang="en-US" dirty="0" smtClean="0">
                <a:solidFill>
                  <a:schemeClr val="accent3">
                    <a:lumMod val="50000"/>
                  </a:schemeClr>
                </a:solidFill>
              </a:rPr>
              <a:t>//&lt;</a:t>
            </a:r>
            <a:r>
              <a:rPr lang="en-US" dirty="0">
                <a:solidFill>
                  <a:schemeClr val="accent3">
                    <a:lumMod val="50000"/>
                  </a:schemeClr>
                </a:solidFill>
              </a:rPr>
              <a:t>li class=“</a:t>
            </a:r>
            <a:r>
              <a:rPr lang="en-US" dirty="0">
                <a:solidFill>
                  <a:schemeClr val="accent3">
                    <a:lumMod val="50000"/>
                  </a:schemeClr>
                </a:solidFill>
                <a:ea typeface="Arial Unicode MS"/>
              </a:rPr>
              <a:t>festival</a:t>
            </a:r>
            <a:r>
              <a:rPr lang="en-US" dirty="0" smtClean="0">
                <a:solidFill>
                  <a:schemeClr val="accent3">
                    <a:lumMod val="50000"/>
                  </a:schemeClr>
                </a:solidFill>
              </a:rPr>
              <a:t>”&gt;</a:t>
            </a:r>
            <a:r>
              <a:rPr lang="ko-KR" altLang="en-US" dirty="0" smtClean="0">
                <a:solidFill>
                  <a:schemeClr val="accent3">
                    <a:lumMod val="50000"/>
                  </a:schemeClr>
                </a:solidFill>
              </a:rPr>
              <a:t>게임</a:t>
            </a:r>
            <a:r>
              <a:rPr lang="en-US" dirty="0" smtClean="0">
                <a:solidFill>
                  <a:schemeClr val="accent3">
                    <a:lumMod val="50000"/>
                  </a:schemeClr>
                </a:solidFill>
              </a:rPr>
              <a:t>&lt;li&gt;</a:t>
            </a:r>
            <a:r>
              <a:rPr lang="en-US" dirty="0" smtClean="0"/>
              <a:t>	</a:t>
            </a:r>
            <a:endParaRPr lang="en-US" dirty="0"/>
          </a:p>
          <a:p>
            <a:r>
              <a:rPr lang="en-US" dirty="0" err="1">
                <a:solidFill>
                  <a:srgbClr val="FF00FF"/>
                </a:solidFill>
              </a:rPr>
              <a:t>root</a:t>
            </a:r>
            <a:r>
              <a:rPr lang="en-US" dirty="0" err="1"/>
              <a:t>.</a:t>
            </a:r>
            <a:r>
              <a:rPr lang="en-US" dirty="0" err="1">
                <a:solidFill>
                  <a:srgbClr val="0000FF"/>
                </a:solidFill>
              </a:rPr>
              <a:t>appendChild</a:t>
            </a:r>
            <a:r>
              <a:rPr lang="en-US" dirty="0"/>
              <a:t>(li);</a:t>
            </a:r>
          </a:p>
        </p:txBody>
      </p:sp>
      <p:sp>
        <p:nvSpPr>
          <p:cNvPr id="19" name="타원 18"/>
          <p:cNvSpPr/>
          <p:nvPr/>
        </p:nvSpPr>
        <p:spPr>
          <a:xfrm>
            <a:off x="805872" y="2199152"/>
            <a:ext cx="720080" cy="43204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타원 19"/>
          <p:cNvSpPr/>
          <p:nvPr/>
        </p:nvSpPr>
        <p:spPr>
          <a:xfrm>
            <a:off x="805872" y="5404102"/>
            <a:ext cx="576064" cy="43204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구부러진 연결선 20"/>
          <p:cNvCxnSpPr>
            <a:stCxn id="20" idx="2"/>
            <a:endCxn id="19" idx="2"/>
          </p:cNvCxnSpPr>
          <p:nvPr/>
        </p:nvCxnSpPr>
        <p:spPr>
          <a:xfrm rot="10800000">
            <a:off x="805872" y="2415176"/>
            <a:ext cx="12700" cy="3204950"/>
          </a:xfrm>
          <a:prstGeom prst="curvedConnector3">
            <a:avLst>
              <a:gd name="adj1" fmla="val 2323638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구부러진 연결선 21"/>
          <p:cNvCxnSpPr/>
          <p:nvPr/>
        </p:nvCxnSpPr>
        <p:spPr>
          <a:xfrm rot="5400000" flipH="1" flipV="1">
            <a:off x="1785996" y="3595293"/>
            <a:ext cx="2432241" cy="1944216"/>
          </a:xfrm>
          <a:prstGeom prst="curvedConnector3">
            <a:avLst>
              <a:gd name="adj1" fmla="val -11519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/>
          <p:cNvCxnSpPr/>
          <p:nvPr/>
        </p:nvCxnSpPr>
        <p:spPr>
          <a:xfrm>
            <a:off x="1309928" y="5738035"/>
            <a:ext cx="1584176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05870" y="6087584"/>
            <a:ext cx="8280921" cy="4616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 smtClean="0"/>
              <a:t>요소를 추가할 경우 부모 요소를 먼저 찾아야 함</a:t>
            </a:r>
            <a:endParaRPr lang="en-US" sz="1600" dirty="0"/>
          </a:p>
        </p:txBody>
      </p:sp>
      <p:sp>
        <p:nvSpPr>
          <p:cNvPr id="4" name="직사각형 3"/>
          <p:cNvSpPr/>
          <p:nvPr/>
        </p:nvSpPr>
        <p:spPr>
          <a:xfrm>
            <a:off x="6220814" y="2981948"/>
            <a:ext cx="2865977" cy="369332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none">
            <a:spAutoFit/>
          </a:bodyPr>
          <a:lstStyle/>
          <a:p>
            <a:r>
              <a:rPr lang="en-US" dirty="0">
                <a:ea typeface="Arial Unicode MS"/>
              </a:rPr>
              <a:t>&lt;li class="festival"&gt;</a:t>
            </a:r>
            <a:r>
              <a:rPr lang="ko-KR" altLang="en-US" dirty="0">
                <a:ea typeface="Arial Unicode MS"/>
              </a:rPr>
              <a:t>게임</a:t>
            </a:r>
            <a:r>
              <a:rPr lang="en-US" altLang="ko-KR" dirty="0">
                <a:ea typeface="Arial Unicode MS"/>
              </a:rPr>
              <a:t>&lt;/</a:t>
            </a:r>
            <a:r>
              <a:rPr lang="en-US" dirty="0">
                <a:ea typeface="Arial Unicode MS"/>
              </a:rPr>
              <a:t>li&gt;</a:t>
            </a:r>
            <a:endParaRPr lang="en-US" dirty="0"/>
          </a:p>
        </p:txBody>
      </p:sp>
      <p:cxnSp>
        <p:nvCxnSpPr>
          <p:cNvPr id="11" name="구부러진 연결선 10"/>
          <p:cNvCxnSpPr>
            <a:endCxn id="4" idx="1"/>
          </p:cNvCxnSpPr>
          <p:nvPr/>
        </p:nvCxnSpPr>
        <p:spPr>
          <a:xfrm flipV="1">
            <a:off x="1525952" y="3166614"/>
            <a:ext cx="4694862" cy="184666"/>
          </a:xfrm>
          <a:prstGeom prst="curvedConnector3">
            <a:avLst>
              <a:gd name="adj1" fmla="val 6266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69778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800" dirty="0"/>
              <a:t>요소 조작하기</a:t>
            </a:r>
            <a:endParaRPr lang="ko-KR" altLang="en-US" sz="28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72856" y="587856"/>
            <a:ext cx="11664220" cy="5740119"/>
          </a:xfrm>
        </p:spPr>
        <p:txBody>
          <a:bodyPr>
            <a:normAutofit/>
          </a:bodyPr>
          <a:lstStyle/>
          <a:p>
            <a:r>
              <a:rPr lang="ko-KR" altLang="en-US" sz="2200" b="1" dirty="0" smtClean="0">
                <a:solidFill>
                  <a:prstClr val="black"/>
                </a:solidFill>
              </a:rPr>
              <a:t>요소 추가</a:t>
            </a:r>
            <a:r>
              <a:rPr lang="en-US" altLang="ko-KR" sz="2200" b="1" dirty="0" smtClean="0">
                <a:solidFill>
                  <a:prstClr val="black"/>
                </a:solidFill>
              </a:rPr>
              <a:t>/</a:t>
            </a:r>
            <a:r>
              <a:rPr lang="ko-KR" altLang="en-US" sz="2200" b="1" dirty="0" smtClean="0">
                <a:solidFill>
                  <a:prstClr val="black"/>
                </a:solidFill>
              </a:rPr>
              <a:t>삭제</a:t>
            </a:r>
            <a:r>
              <a:rPr lang="en-US" altLang="ko-KR" sz="2200" b="1" dirty="0" smtClean="0">
                <a:solidFill>
                  <a:prstClr val="black"/>
                </a:solidFill>
              </a:rPr>
              <a:t>/</a:t>
            </a:r>
            <a:r>
              <a:rPr lang="ko-KR" altLang="en-US" sz="2200" b="1" dirty="0" smtClean="0">
                <a:solidFill>
                  <a:prstClr val="black"/>
                </a:solidFill>
              </a:rPr>
              <a:t>교체</a:t>
            </a:r>
            <a:endParaRPr lang="ko-KR" altLang="en-US" sz="2200" b="1" dirty="0">
              <a:solidFill>
                <a:prstClr val="black"/>
              </a:solidFill>
            </a:endParaRPr>
          </a:p>
          <a:p>
            <a:pPr lvl="1"/>
            <a:r>
              <a:rPr lang="ko-KR" altLang="en-US" dirty="0" smtClean="0"/>
              <a:t>요소 추가</a:t>
            </a:r>
            <a:endParaRPr lang="en-US" altLang="ko-KR" dirty="0" smtClean="0"/>
          </a:p>
          <a:p>
            <a:pPr lvl="1"/>
            <a:r>
              <a:rPr lang="en-US" altLang="ko-KR" dirty="0" err="1"/>
              <a:t>appendChild</a:t>
            </a:r>
            <a:r>
              <a:rPr lang="ko-KR" altLang="en-US" dirty="0"/>
              <a:t>는 마지막에 추가하지만 </a:t>
            </a:r>
            <a:r>
              <a:rPr lang="en-US" altLang="ko-KR" dirty="0" err="1">
                <a:solidFill>
                  <a:srgbClr val="0000FF"/>
                </a:solidFill>
              </a:rPr>
              <a:t>insertBefore</a:t>
            </a:r>
            <a:r>
              <a:rPr lang="ko-KR" altLang="en-US" dirty="0"/>
              <a:t>는 원하는 위치에 추가</a:t>
            </a:r>
            <a:endParaRPr lang="en-US" altLang="ko-KR" dirty="0" smtClean="0"/>
          </a:p>
          <a:p>
            <a:pPr lvl="1"/>
            <a:endParaRPr lang="en-US" altLang="ko-KR" dirty="0"/>
          </a:p>
          <a:p>
            <a:pPr lvl="1"/>
            <a:endParaRPr lang="en-US" altLang="ko-KR" sz="1800" b="1" dirty="0" smtClean="0">
              <a:solidFill>
                <a:prstClr val="black"/>
              </a:solidFill>
            </a:endParaRPr>
          </a:p>
          <a:p>
            <a:pPr lvl="2"/>
            <a:endParaRPr lang="en-US" dirty="0"/>
          </a:p>
          <a:p>
            <a:endParaRPr lang="en-US" altLang="ko-KR" sz="1800" b="1" dirty="0" smtClean="0">
              <a:solidFill>
                <a:prstClr val="black"/>
              </a:solidFill>
            </a:endParaRPr>
          </a:p>
          <a:p>
            <a:pPr lvl="1"/>
            <a:endParaRPr lang="en-US" sz="1900" b="1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430712" cy="383497"/>
          </a:xfrm>
        </p:spPr>
        <p:txBody>
          <a:bodyPr/>
          <a:lstStyle/>
          <a:p>
            <a:pPr lvl="0">
              <a:defRPr/>
            </a:pPr>
            <a:fld id="{2DA67E06-563C-4DAC-B352-5CBE54DE7B56}" type="slidenum">
              <a:rPr lang="en-US" smtClean="0"/>
              <a:pPr lvl="0">
                <a:defRPr/>
              </a:pPr>
              <a:t>21</a:t>
            </a:fld>
            <a:endParaRPr lang="en-US"/>
          </a:p>
        </p:txBody>
      </p:sp>
      <p:sp>
        <p:nvSpPr>
          <p:cNvPr id="13" name="직사각형 12"/>
          <p:cNvSpPr/>
          <p:nvPr/>
        </p:nvSpPr>
        <p:spPr>
          <a:xfrm>
            <a:off x="815016" y="2282938"/>
            <a:ext cx="11035608" cy="2031325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dirty="0" smtClean="0">
                <a:ea typeface="Arial Unicode MS"/>
              </a:rPr>
              <a:t>&lt;</a:t>
            </a:r>
            <a:r>
              <a:rPr lang="en-US" dirty="0">
                <a:ea typeface="Arial Unicode MS"/>
              </a:rPr>
              <a:t>h2&gt;</a:t>
            </a:r>
            <a:r>
              <a:rPr lang="ko-KR" altLang="en-US" dirty="0">
                <a:ea typeface="Arial Unicode MS"/>
              </a:rPr>
              <a:t>축제하면 가장 먼저 생각나는 것</a:t>
            </a:r>
            <a:r>
              <a:rPr lang="en-US" altLang="ko-KR" dirty="0">
                <a:ea typeface="Arial Unicode MS"/>
              </a:rPr>
              <a:t>&lt;/</a:t>
            </a:r>
            <a:r>
              <a:rPr lang="en-US" dirty="0">
                <a:ea typeface="Arial Unicode MS"/>
              </a:rPr>
              <a:t>h2&gt;</a:t>
            </a:r>
          </a:p>
          <a:p>
            <a:r>
              <a:rPr lang="en-US" dirty="0" smtClean="0">
                <a:ea typeface="Arial Unicode MS"/>
              </a:rPr>
              <a:t>&lt;</a:t>
            </a:r>
            <a:r>
              <a:rPr lang="en-US" dirty="0" err="1">
                <a:ea typeface="Arial Unicode MS"/>
              </a:rPr>
              <a:t>ol</a:t>
            </a:r>
            <a:r>
              <a:rPr lang="en-US" dirty="0">
                <a:ea typeface="Arial Unicode MS"/>
              </a:rPr>
              <a:t>&gt;</a:t>
            </a:r>
          </a:p>
          <a:p>
            <a:r>
              <a:rPr lang="en-US" dirty="0">
                <a:ea typeface="Arial Unicode MS"/>
              </a:rPr>
              <a:t>        &lt;li class="festival"&gt;</a:t>
            </a:r>
            <a:r>
              <a:rPr lang="ko-KR" altLang="en-US" dirty="0">
                <a:ea typeface="Arial Unicode MS"/>
              </a:rPr>
              <a:t>가수의 무대</a:t>
            </a:r>
            <a:r>
              <a:rPr lang="en-US" altLang="ko-KR" dirty="0">
                <a:ea typeface="Arial Unicode MS"/>
              </a:rPr>
              <a:t>&lt;/</a:t>
            </a:r>
            <a:r>
              <a:rPr lang="en-US" dirty="0">
                <a:ea typeface="Arial Unicode MS"/>
              </a:rPr>
              <a:t>li&gt;</a:t>
            </a:r>
          </a:p>
          <a:p>
            <a:r>
              <a:rPr lang="en-US" dirty="0">
                <a:ea typeface="Arial Unicode MS"/>
              </a:rPr>
              <a:t>        &lt;li class="festival"&gt;</a:t>
            </a:r>
            <a:r>
              <a:rPr lang="ko-KR" altLang="en-US" dirty="0">
                <a:ea typeface="Arial Unicode MS"/>
              </a:rPr>
              <a:t>주점</a:t>
            </a:r>
            <a:r>
              <a:rPr lang="en-US" altLang="ko-KR" dirty="0">
                <a:ea typeface="Arial Unicode MS"/>
              </a:rPr>
              <a:t>&lt;/</a:t>
            </a:r>
            <a:r>
              <a:rPr lang="en-US" dirty="0">
                <a:ea typeface="Arial Unicode MS"/>
              </a:rPr>
              <a:t>li&gt;</a:t>
            </a:r>
          </a:p>
          <a:p>
            <a:r>
              <a:rPr lang="en-US" dirty="0">
                <a:ea typeface="Arial Unicode MS"/>
              </a:rPr>
              <a:t>        &lt;li class="festival"&gt;</a:t>
            </a:r>
            <a:r>
              <a:rPr lang="ko-KR" altLang="en-US" dirty="0">
                <a:ea typeface="Arial Unicode MS"/>
              </a:rPr>
              <a:t>이벤트</a:t>
            </a:r>
            <a:r>
              <a:rPr lang="en-US" altLang="ko-KR" dirty="0">
                <a:ea typeface="Arial Unicode MS"/>
              </a:rPr>
              <a:t>&lt;/</a:t>
            </a:r>
            <a:r>
              <a:rPr lang="en-US" dirty="0">
                <a:ea typeface="Arial Unicode MS"/>
              </a:rPr>
              <a:t>li&gt;        </a:t>
            </a:r>
            <a:endParaRPr lang="en-US" dirty="0" smtClean="0">
              <a:ea typeface="Arial Unicode MS"/>
            </a:endParaRPr>
          </a:p>
          <a:p>
            <a:r>
              <a:rPr lang="en-US" dirty="0" smtClean="0">
                <a:ea typeface="Arial Unicode MS"/>
              </a:rPr>
              <a:t>        </a:t>
            </a:r>
            <a:r>
              <a:rPr lang="en-US" dirty="0">
                <a:ea typeface="Arial Unicode MS"/>
              </a:rPr>
              <a:t>&lt;li class="festival</a:t>
            </a:r>
            <a:r>
              <a:rPr lang="en-US" dirty="0" smtClean="0">
                <a:ea typeface="Arial Unicode MS"/>
              </a:rPr>
              <a:t>"&gt;</a:t>
            </a:r>
            <a:r>
              <a:rPr lang="ko-KR" altLang="en-US" dirty="0" smtClean="0">
                <a:ea typeface="Arial Unicode MS"/>
              </a:rPr>
              <a:t>게임</a:t>
            </a:r>
            <a:r>
              <a:rPr lang="en-US" altLang="ko-KR" dirty="0" smtClean="0">
                <a:ea typeface="Arial Unicode MS"/>
              </a:rPr>
              <a:t>&lt;/</a:t>
            </a:r>
            <a:r>
              <a:rPr lang="en-US" dirty="0">
                <a:ea typeface="Arial Unicode MS"/>
              </a:rPr>
              <a:t>li&gt;</a:t>
            </a:r>
          </a:p>
          <a:p>
            <a:r>
              <a:rPr lang="en-US" dirty="0" smtClean="0">
                <a:ea typeface="Arial Unicode MS"/>
              </a:rPr>
              <a:t>&lt;/</a:t>
            </a:r>
            <a:r>
              <a:rPr lang="en-US" dirty="0" err="1">
                <a:ea typeface="Arial Unicode MS"/>
              </a:rPr>
              <a:t>ol</a:t>
            </a:r>
            <a:r>
              <a:rPr lang="en-US" dirty="0">
                <a:ea typeface="Arial Unicode MS"/>
              </a:rPr>
              <a:t>&gt;</a:t>
            </a:r>
          </a:p>
        </p:txBody>
      </p:sp>
      <p:sp>
        <p:nvSpPr>
          <p:cNvPr id="14" name="직사각형 13"/>
          <p:cNvSpPr/>
          <p:nvPr/>
        </p:nvSpPr>
        <p:spPr>
          <a:xfrm>
            <a:off x="815016" y="4588935"/>
            <a:ext cx="11035608" cy="1200329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dirty="0" err="1">
                <a:ea typeface="Arial Unicode MS"/>
              </a:rPr>
              <a:t>var</a:t>
            </a:r>
            <a:r>
              <a:rPr lang="en-US" dirty="0">
                <a:ea typeface="Arial Unicode MS"/>
              </a:rPr>
              <a:t> li = </a:t>
            </a:r>
            <a:r>
              <a:rPr lang="en-US" dirty="0" err="1">
                <a:ea typeface="Arial Unicode MS"/>
              </a:rPr>
              <a:t>document.createElement</a:t>
            </a:r>
            <a:r>
              <a:rPr lang="en-US" dirty="0">
                <a:ea typeface="Arial Unicode MS"/>
              </a:rPr>
              <a:t>('li');</a:t>
            </a:r>
          </a:p>
          <a:p>
            <a:r>
              <a:rPr lang="en-US" dirty="0" err="1">
                <a:ea typeface="Arial Unicode MS"/>
              </a:rPr>
              <a:t>var</a:t>
            </a:r>
            <a:r>
              <a:rPr lang="en-US" dirty="0">
                <a:ea typeface="Arial Unicode MS"/>
              </a:rPr>
              <a:t> content = </a:t>
            </a:r>
            <a:r>
              <a:rPr lang="en-US" dirty="0" err="1">
                <a:ea typeface="Arial Unicode MS"/>
              </a:rPr>
              <a:t>document.createTextNode</a:t>
            </a:r>
            <a:r>
              <a:rPr lang="en-US" dirty="0">
                <a:ea typeface="Arial Unicode MS"/>
              </a:rPr>
              <a:t>('</a:t>
            </a:r>
            <a:r>
              <a:rPr lang="ko-KR" altLang="en-US" dirty="0">
                <a:ea typeface="Arial Unicode MS"/>
              </a:rPr>
              <a:t>휴강</a:t>
            </a:r>
            <a:r>
              <a:rPr lang="en-US" altLang="ko-KR" dirty="0">
                <a:ea typeface="Arial Unicode MS"/>
              </a:rPr>
              <a:t>');</a:t>
            </a:r>
            <a:endParaRPr lang="ko-KR" altLang="en-US" dirty="0">
              <a:ea typeface="Arial Unicode MS"/>
            </a:endParaRPr>
          </a:p>
          <a:p>
            <a:r>
              <a:rPr lang="en-US" dirty="0" err="1">
                <a:ea typeface="Arial Unicode MS"/>
              </a:rPr>
              <a:t>li.appendChild</a:t>
            </a:r>
            <a:r>
              <a:rPr lang="en-US" dirty="0">
                <a:ea typeface="Arial Unicode MS"/>
              </a:rPr>
              <a:t>(content);</a:t>
            </a:r>
          </a:p>
          <a:p>
            <a:r>
              <a:rPr lang="en-US" dirty="0" err="1">
                <a:ea typeface="Arial Unicode MS"/>
              </a:rPr>
              <a:t>root.</a:t>
            </a:r>
            <a:r>
              <a:rPr lang="en-US" dirty="0" err="1">
                <a:solidFill>
                  <a:srgbClr val="0000FF"/>
                </a:solidFill>
                <a:ea typeface="Arial Unicode MS"/>
              </a:rPr>
              <a:t>insertBefore</a:t>
            </a:r>
            <a:r>
              <a:rPr lang="en-US" dirty="0">
                <a:ea typeface="Arial Unicode MS"/>
              </a:rPr>
              <a:t>(li, </a:t>
            </a:r>
            <a:r>
              <a:rPr lang="en-US" dirty="0" err="1">
                <a:ea typeface="Arial Unicode MS"/>
              </a:rPr>
              <a:t>root.firstElementChild.nextElementSibling</a:t>
            </a:r>
            <a:r>
              <a:rPr lang="en-US" dirty="0">
                <a:ea typeface="Arial Unicode MS"/>
              </a:rPr>
              <a:t>);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85366" y="6153830"/>
            <a:ext cx="1420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추가할 요소</a:t>
            </a:r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3440563" y="6165930"/>
            <a:ext cx="1189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기준 요소</a:t>
            </a:r>
            <a:endParaRPr lang="en-US" dirty="0"/>
          </a:p>
        </p:txBody>
      </p:sp>
      <p:cxnSp>
        <p:nvCxnSpPr>
          <p:cNvPr id="25" name="직선 화살표 연결선 24"/>
          <p:cNvCxnSpPr>
            <a:stCxn id="15" idx="0"/>
          </p:cNvCxnSpPr>
          <p:nvPr/>
        </p:nvCxnSpPr>
        <p:spPr>
          <a:xfrm flipH="1" flipV="1">
            <a:off x="2593112" y="5813921"/>
            <a:ext cx="2545" cy="3399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화살표 연결선 25"/>
          <p:cNvCxnSpPr>
            <a:stCxn id="16" idx="0"/>
          </p:cNvCxnSpPr>
          <p:nvPr/>
        </p:nvCxnSpPr>
        <p:spPr>
          <a:xfrm flipV="1">
            <a:off x="4035438" y="5789178"/>
            <a:ext cx="981" cy="3767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직사각형 3"/>
          <p:cNvSpPr/>
          <p:nvPr/>
        </p:nvSpPr>
        <p:spPr>
          <a:xfrm>
            <a:off x="6571878" y="2610929"/>
            <a:ext cx="1462260" cy="36933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US" dirty="0">
                <a:ea typeface="Arial Unicode MS"/>
              </a:rPr>
              <a:t>&lt;li &gt;</a:t>
            </a:r>
            <a:r>
              <a:rPr lang="ko-KR" altLang="en-US" dirty="0">
                <a:ea typeface="Arial Unicode MS"/>
              </a:rPr>
              <a:t>휴강</a:t>
            </a:r>
            <a:r>
              <a:rPr lang="en-US" altLang="ko-KR" dirty="0">
                <a:ea typeface="Arial Unicode MS"/>
              </a:rPr>
              <a:t>&lt;/</a:t>
            </a:r>
            <a:r>
              <a:rPr lang="en-US" dirty="0">
                <a:ea typeface="Arial Unicode MS"/>
              </a:rPr>
              <a:t>li&gt;</a:t>
            </a:r>
          </a:p>
        </p:txBody>
      </p:sp>
      <p:cxnSp>
        <p:nvCxnSpPr>
          <p:cNvPr id="27" name="구부러진 연결선 26"/>
          <p:cNvCxnSpPr>
            <a:endCxn id="4" idx="2"/>
          </p:cNvCxnSpPr>
          <p:nvPr/>
        </p:nvCxnSpPr>
        <p:spPr>
          <a:xfrm flipV="1">
            <a:off x="1410104" y="2980261"/>
            <a:ext cx="5892904" cy="186452"/>
          </a:xfrm>
          <a:prstGeom prst="curvedConnector2">
            <a:avLst/>
          </a:prstGeom>
          <a:ln>
            <a:solidFill>
              <a:schemeClr val="tx1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67172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800" dirty="0"/>
              <a:t>요소 조작하기</a:t>
            </a:r>
            <a:endParaRPr lang="ko-KR" altLang="en-US" sz="28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72856" y="587856"/>
            <a:ext cx="11664220" cy="5740119"/>
          </a:xfrm>
        </p:spPr>
        <p:txBody>
          <a:bodyPr>
            <a:normAutofit/>
          </a:bodyPr>
          <a:lstStyle/>
          <a:p>
            <a:r>
              <a:rPr lang="ko-KR" altLang="en-US" sz="2200" b="1" dirty="0" smtClean="0">
                <a:solidFill>
                  <a:prstClr val="black"/>
                </a:solidFill>
              </a:rPr>
              <a:t>요소 추가</a:t>
            </a:r>
            <a:r>
              <a:rPr lang="en-US" altLang="ko-KR" sz="2200" b="1" dirty="0" smtClean="0">
                <a:solidFill>
                  <a:prstClr val="black"/>
                </a:solidFill>
              </a:rPr>
              <a:t>/</a:t>
            </a:r>
            <a:r>
              <a:rPr lang="ko-KR" altLang="en-US" sz="2200" b="1" dirty="0" smtClean="0">
                <a:solidFill>
                  <a:prstClr val="black"/>
                </a:solidFill>
              </a:rPr>
              <a:t>삭제</a:t>
            </a:r>
            <a:r>
              <a:rPr lang="en-US" altLang="ko-KR" sz="2200" b="1" dirty="0" smtClean="0">
                <a:solidFill>
                  <a:prstClr val="black"/>
                </a:solidFill>
              </a:rPr>
              <a:t>/</a:t>
            </a:r>
            <a:r>
              <a:rPr lang="ko-KR" altLang="en-US" sz="2200" b="1" dirty="0" smtClean="0">
                <a:solidFill>
                  <a:prstClr val="black"/>
                </a:solidFill>
              </a:rPr>
              <a:t>교체</a:t>
            </a:r>
            <a:endParaRPr lang="ko-KR" altLang="en-US" sz="2200" b="1" dirty="0">
              <a:solidFill>
                <a:prstClr val="black"/>
              </a:solidFill>
            </a:endParaRPr>
          </a:p>
          <a:p>
            <a:pPr lvl="1"/>
            <a:r>
              <a:rPr lang="ko-KR" altLang="en-US" dirty="0" smtClean="0"/>
              <a:t>요소 삭제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remove()</a:t>
            </a:r>
          </a:p>
          <a:p>
            <a:pPr lvl="1"/>
            <a:endParaRPr lang="en-US" altLang="ko-KR" dirty="0"/>
          </a:p>
          <a:p>
            <a:pPr lvl="1"/>
            <a:endParaRPr lang="en-US" altLang="ko-KR" sz="1800" b="1" dirty="0" smtClean="0">
              <a:solidFill>
                <a:prstClr val="black"/>
              </a:solidFill>
            </a:endParaRPr>
          </a:p>
          <a:p>
            <a:pPr lvl="2"/>
            <a:endParaRPr lang="en-US" dirty="0"/>
          </a:p>
          <a:p>
            <a:endParaRPr lang="en-US" altLang="ko-KR" sz="1800" b="1" dirty="0" smtClean="0">
              <a:solidFill>
                <a:prstClr val="black"/>
              </a:solidFill>
            </a:endParaRPr>
          </a:p>
          <a:p>
            <a:pPr lvl="1"/>
            <a:endParaRPr lang="en-US" sz="1900" b="1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430712" cy="383497"/>
          </a:xfrm>
        </p:spPr>
        <p:txBody>
          <a:bodyPr/>
          <a:lstStyle/>
          <a:p>
            <a:pPr lvl="0">
              <a:defRPr/>
            </a:pPr>
            <a:fld id="{2DA67E06-563C-4DAC-B352-5CBE54DE7B56}" type="slidenum">
              <a:rPr lang="en-US" smtClean="0"/>
              <a:pPr lvl="0">
                <a:defRPr/>
              </a:pPr>
              <a:t>22</a:t>
            </a:fld>
            <a:endParaRPr lang="en-US"/>
          </a:p>
        </p:txBody>
      </p:sp>
      <p:sp>
        <p:nvSpPr>
          <p:cNvPr id="18" name="직사각형 17"/>
          <p:cNvSpPr/>
          <p:nvPr/>
        </p:nvSpPr>
        <p:spPr>
          <a:xfrm>
            <a:off x="815016" y="4630499"/>
            <a:ext cx="8280920" cy="646331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dirty="0" err="1"/>
              <a:t>var</a:t>
            </a:r>
            <a:r>
              <a:rPr lang="en-US" dirty="0"/>
              <a:t> </a:t>
            </a:r>
            <a:r>
              <a:rPr lang="en-US" dirty="0" err="1" smtClean="0"/>
              <a:t>jujum</a:t>
            </a:r>
            <a:r>
              <a:rPr lang="en-US" dirty="0" smtClean="0"/>
              <a:t> </a:t>
            </a:r>
            <a:r>
              <a:rPr lang="en-US" dirty="0"/>
              <a:t>= </a:t>
            </a:r>
            <a:r>
              <a:rPr lang="en-US" dirty="0" err="1"/>
              <a:t>document.getElementsByTagName</a:t>
            </a:r>
            <a:r>
              <a:rPr lang="en-US" dirty="0"/>
              <a:t>('li')[2];</a:t>
            </a:r>
          </a:p>
          <a:p>
            <a:r>
              <a:rPr lang="en-US" dirty="0" err="1"/>
              <a:t>jujum</a:t>
            </a:r>
            <a:r>
              <a:rPr lang="en-US" dirty="0" err="1" smtClean="0"/>
              <a:t>.</a:t>
            </a:r>
            <a:r>
              <a:rPr lang="en-US" dirty="0" err="1" smtClean="0">
                <a:solidFill>
                  <a:srgbClr val="0000FF"/>
                </a:solidFill>
              </a:rPr>
              <a:t>remove</a:t>
            </a:r>
            <a:r>
              <a:rPr lang="en-US" dirty="0"/>
              <a:t>();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1261872" y="3355848"/>
            <a:ext cx="3072384" cy="237744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직사각형 18"/>
          <p:cNvSpPr/>
          <p:nvPr/>
        </p:nvSpPr>
        <p:spPr>
          <a:xfrm>
            <a:off x="815016" y="2191498"/>
            <a:ext cx="8280920" cy="2308324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dirty="0" smtClean="0">
                <a:ea typeface="Arial Unicode MS"/>
              </a:rPr>
              <a:t>&lt;</a:t>
            </a:r>
            <a:r>
              <a:rPr lang="en-US" dirty="0">
                <a:ea typeface="Arial Unicode MS"/>
              </a:rPr>
              <a:t>h2&gt;</a:t>
            </a:r>
            <a:r>
              <a:rPr lang="ko-KR" altLang="en-US" dirty="0">
                <a:ea typeface="Arial Unicode MS"/>
              </a:rPr>
              <a:t>축제하면 가장 먼저 생각나는 것</a:t>
            </a:r>
            <a:r>
              <a:rPr lang="en-US" altLang="ko-KR" dirty="0">
                <a:ea typeface="Arial Unicode MS"/>
              </a:rPr>
              <a:t>&lt;/</a:t>
            </a:r>
            <a:r>
              <a:rPr lang="en-US" dirty="0">
                <a:ea typeface="Arial Unicode MS"/>
              </a:rPr>
              <a:t>h2&gt;</a:t>
            </a:r>
          </a:p>
          <a:p>
            <a:r>
              <a:rPr lang="en-US" dirty="0" smtClean="0">
                <a:ea typeface="Arial Unicode MS"/>
              </a:rPr>
              <a:t>&lt;</a:t>
            </a:r>
            <a:r>
              <a:rPr lang="en-US" dirty="0" err="1">
                <a:ea typeface="Arial Unicode MS"/>
              </a:rPr>
              <a:t>ol</a:t>
            </a:r>
            <a:r>
              <a:rPr lang="en-US" dirty="0">
                <a:ea typeface="Arial Unicode MS"/>
              </a:rPr>
              <a:t>&gt;</a:t>
            </a:r>
          </a:p>
          <a:p>
            <a:r>
              <a:rPr lang="en-US" dirty="0">
                <a:ea typeface="Arial Unicode MS"/>
              </a:rPr>
              <a:t>        &lt;li class="festival"&gt;</a:t>
            </a:r>
            <a:r>
              <a:rPr lang="ko-KR" altLang="en-US" dirty="0">
                <a:ea typeface="Arial Unicode MS"/>
              </a:rPr>
              <a:t>가수의 무대</a:t>
            </a:r>
            <a:r>
              <a:rPr lang="en-US" altLang="ko-KR" dirty="0">
                <a:ea typeface="Arial Unicode MS"/>
              </a:rPr>
              <a:t>&lt;/</a:t>
            </a:r>
            <a:r>
              <a:rPr lang="en-US" dirty="0">
                <a:ea typeface="Arial Unicode MS"/>
              </a:rPr>
              <a:t>li</a:t>
            </a:r>
            <a:r>
              <a:rPr lang="en-US" dirty="0" smtClean="0">
                <a:ea typeface="Arial Unicode MS"/>
              </a:rPr>
              <a:t>&gt;</a:t>
            </a:r>
          </a:p>
          <a:p>
            <a:r>
              <a:rPr lang="en-US" dirty="0">
                <a:ea typeface="Arial Unicode MS"/>
              </a:rPr>
              <a:t> </a:t>
            </a:r>
            <a:r>
              <a:rPr lang="en-US" dirty="0" smtClean="0">
                <a:ea typeface="Arial Unicode MS"/>
              </a:rPr>
              <a:t>       &lt;</a:t>
            </a:r>
            <a:r>
              <a:rPr lang="en-US" dirty="0">
                <a:ea typeface="Arial Unicode MS"/>
              </a:rPr>
              <a:t>li </a:t>
            </a:r>
            <a:r>
              <a:rPr lang="en-US" dirty="0" smtClean="0">
                <a:ea typeface="Arial Unicode MS"/>
              </a:rPr>
              <a:t>&gt;</a:t>
            </a:r>
            <a:r>
              <a:rPr lang="ko-KR" altLang="en-US" dirty="0" smtClean="0">
                <a:ea typeface="Arial Unicode MS"/>
              </a:rPr>
              <a:t>휴강</a:t>
            </a:r>
            <a:r>
              <a:rPr lang="en-US" altLang="ko-KR" dirty="0" smtClean="0">
                <a:ea typeface="Arial Unicode MS"/>
              </a:rPr>
              <a:t>&lt;/</a:t>
            </a:r>
            <a:r>
              <a:rPr lang="en-US" dirty="0">
                <a:ea typeface="Arial Unicode MS"/>
              </a:rPr>
              <a:t>li</a:t>
            </a:r>
            <a:r>
              <a:rPr lang="en-US" dirty="0" smtClean="0">
                <a:ea typeface="Arial Unicode MS"/>
              </a:rPr>
              <a:t>&gt;</a:t>
            </a:r>
            <a:endParaRPr lang="en-US" dirty="0">
              <a:ea typeface="Arial Unicode MS"/>
            </a:endParaRPr>
          </a:p>
          <a:p>
            <a:r>
              <a:rPr lang="en-US" dirty="0">
                <a:ea typeface="Arial Unicode MS"/>
              </a:rPr>
              <a:t>        &lt;li class="festival"&gt;</a:t>
            </a:r>
            <a:r>
              <a:rPr lang="ko-KR" altLang="en-US" dirty="0">
                <a:ea typeface="Arial Unicode MS"/>
              </a:rPr>
              <a:t>주점</a:t>
            </a:r>
            <a:r>
              <a:rPr lang="en-US" altLang="ko-KR" dirty="0">
                <a:ea typeface="Arial Unicode MS"/>
              </a:rPr>
              <a:t>&lt;/</a:t>
            </a:r>
            <a:r>
              <a:rPr lang="en-US" dirty="0">
                <a:ea typeface="Arial Unicode MS"/>
              </a:rPr>
              <a:t>li&gt;</a:t>
            </a:r>
          </a:p>
          <a:p>
            <a:r>
              <a:rPr lang="en-US" dirty="0">
                <a:ea typeface="Arial Unicode MS"/>
              </a:rPr>
              <a:t>        &lt;li class="festival"&gt;</a:t>
            </a:r>
            <a:r>
              <a:rPr lang="ko-KR" altLang="en-US" dirty="0">
                <a:ea typeface="Arial Unicode MS"/>
              </a:rPr>
              <a:t>이벤트</a:t>
            </a:r>
            <a:r>
              <a:rPr lang="en-US" altLang="ko-KR" dirty="0">
                <a:ea typeface="Arial Unicode MS"/>
              </a:rPr>
              <a:t>&lt;/</a:t>
            </a:r>
            <a:r>
              <a:rPr lang="en-US" dirty="0">
                <a:ea typeface="Arial Unicode MS"/>
              </a:rPr>
              <a:t>li&gt;        </a:t>
            </a:r>
            <a:endParaRPr lang="en-US" dirty="0" smtClean="0">
              <a:ea typeface="Arial Unicode MS"/>
            </a:endParaRPr>
          </a:p>
          <a:p>
            <a:r>
              <a:rPr lang="en-US" dirty="0" smtClean="0">
                <a:ea typeface="Arial Unicode MS"/>
              </a:rPr>
              <a:t>        </a:t>
            </a:r>
            <a:r>
              <a:rPr lang="en-US" dirty="0">
                <a:ea typeface="Arial Unicode MS"/>
              </a:rPr>
              <a:t>&lt;li class="festival</a:t>
            </a:r>
            <a:r>
              <a:rPr lang="en-US" dirty="0" smtClean="0">
                <a:ea typeface="Arial Unicode MS"/>
              </a:rPr>
              <a:t>"&gt;</a:t>
            </a:r>
            <a:r>
              <a:rPr lang="ko-KR" altLang="en-US" dirty="0" smtClean="0">
                <a:ea typeface="Arial Unicode MS"/>
              </a:rPr>
              <a:t>게임</a:t>
            </a:r>
            <a:r>
              <a:rPr lang="en-US" altLang="ko-KR" dirty="0" smtClean="0">
                <a:ea typeface="Arial Unicode MS"/>
              </a:rPr>
              <a:t>&lt;/</a:t>
            </a:r>
            <a:r>
              <a:rPr lang="en-US" dirty="0">
                <a:ea typeface="Arial Unicode MS"/>
              </a:rPr>
              <a:t>li&gt;</a:t>
            </a:r>
          </a:p>
          <a:p>
            <a:r>
              <a:rPr lang="en-US" dirty="0" smtClean="0">
                <a:ea typeface="Arial Unicode MS"/>
              </a:rPr>
              <a:t>&lt;/</a:t>
            </a:r>
            <a:r>
              <a:rPr lang="en-US" dirty="0" err="1">
                <a:ea typeface="Arial Unicode MS"/>
              </a:rPr>
              <a:t>ol</a:t>
            </a:r>
            <a:r>
              <a:rPr lang="en-US" dirty="0">
                <a:ea typeface="Arial Unicode MS"/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229895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800" dirty="0"/>
              <a:t>요소 조작하기</a:t>
            </a:r>
            <a:endParaRPr lang="ko-KR" altLang="en-US" sz="28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72856" y="587856"/>
            <a:ext cx="11664220" cy="5740119"/>
          </a:xfrm>
        </p:spPr>
        <p:txBody>
          <a:bodyPr>
            <a:normAutofit/>
          </a:bodyPr>
          <a:lstStyle/>
          <a:p>
            <a:r>
              <a:rPr lang="ko-KR" altLang="en-US" sz="2200" b="1" dirty="0" smtClean="0">
                <a:solidFill>
                  <a:prstClr val="black"/>
                </a:solidFill>
              </a:rPr>
              <a:t>요소 추가</a:t>
            </a:r>
            <a:r>
              <a:rPr lang="en-US" altLang="ko-KR" sz="2200" b="1" dirty="0" smtClean="0">
                <a:solidFill>
                  <a:prstClr val="black"/>
                </a:solidFill>
              </a:rPr>
              <a:t>/</a:t>
            </a:r>
            <a:r>
              <a:rPr lang="ko-KR" altLang="en-US" sz="2200" b="1" dirty="0" smtClean="0">
                <a:solidFill>
                  <a:prstClr val="black"/>
                </a:solidFill>
              </a:rPr>
              <a:t>삭제</a:t>
            </a:r>
            <a:r>
              <a:rPr lang="en-US" altLang="ko-KR" sz="2200" b="1" dirty="0" smtClean="0">
                <a:solidFill>
                  <a:prstClr val="black"/>
                </a:solidFill>
              </a:rPr>
              <a:t>/</a:t>
            </a:r>
            <a:r>
              <a:rPr lang="ko-KR" altLang="en-US" sz="2200" b="1" dirty="0" smtClean="0">
                <a:solidFill>
                  <a:prstClr val="black"/>
                </a:solidFill>
              </a:rPr>
              <a:t>교체</a:t>
            </a:r>
            <a:endParaRPr lang="ko-KR" altLang="en-US" sz="2200" b="1" dirty="0">
              <a:solidFill>
                <a:prstClr val="black"/>
              </a:solidFill>
            </a:endParaRPr>
          </a:p>
          <a:p>
            <a:pPr lvl="1"/>
            <a:r>
              <a:rPr lang="ko-KR" altLang="en-US" dirty="0" smtClean="0"/>
              <a:t>요소 삭제</a:t>
            </a:r>
            <a:endParaRPr lang="en-US" altLang="ko-KR" dirty="0" smtClean="0"/>
          </a:p>
          <a:p>
            <a:pPr lvl="1"/>
            <a:r>
              <a:rPr lang="en-US" altLang="ko-KR" dirty="0" err="1"/>
              <a:t>replaceChild</a:t>
            </a:r>
            <a:r>
              <a:rPr lang="en-US" altLang="ko-KR" dirty="0"/>
              <a:t>()</a:t>
            </a:r>
            <a:endParaRPr lang="en-US" altLang="ko-KR" dirty="0" smtClean="0"/>
          </a:p>
          <a:p>
            <a:pPr lvl="1"/>
            <a:endParaRPr lang="en-US" altLang="ko-KR" dirty="0"/>
          </a:p>
          <a:p>
            <a:pPr lvl="1"/>
            <a:endParaRPr lang="en-US" altLang="ko-KR" sz="1800" b="1" dirty="0" smtClean="0">
              <a:solidFill>
                <a:prstClr val="black"/>
              </a:solidFill>
            </a:endParaRPr>
          </a:p>
          <a:p>
            <a:pPr lvl="2"/>
            <a:endParaRPr lang="en-US" dirty="0"/>
          </a:p>
          <a:p>
            <a:endParaRPr lang="en-US" altLang="ko-KR" sz="1800" b="1" dirty="0" smtClean="0">
              <a:solidFill>
                <a:prstClr val="black"/>
              </a:solidFill>
            </a:endParaRPr>
          </a:p>
          <a:p>
            <a:pPr lvl="1"/>
            <a:endParaRPr lang="en-US" sz="1900" b="1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430712" cy="383497"/>
          </a:xfrm>
        </p:spPr>
        <p:txBody>
          <a:bodyPr/>
          <a:lstStyle/>
          <a:p>
            <a:pPr lvl="0">
              <a:defRPr/>
            </a:pPr>
            <a:fld id="{2DA67E06-563C-4DAC-B352-5CBE54DE7B56}" type="slidenum">
              <a:rPr lang="en-US" smtClean="0"/>
              <a:pPr lvl="0">
                <a:defRPr/>
              </a:pPr>
              <a:t>23</a:t>
            </a:fld>
            <a:endParaRPr lang="en-US"/>
          </a:p>
        </p:txBody>
      </p:sp>
      <p:sp>
        <p:nvSpPr>
          <p:cNvPr id="8" name="직사각형 7"/>
          <p:cNvSpPr/>
          <p:nvPr/>
        </p:nvSpPr>
        <p:spPr>
          <a:xfrm>
            <a:off x="815016" y="2231400"/>
            <a:ext cx="8280920" cy="2246769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2000" dirty="0" smtClean="0">
                <a:ea typeface="Arial Unicode MS"/>
              </a:rPr>
              <a:t>&lt;</a:t>
            </a:r>
            <a:r>
              <a:rPr lang="en-US" sz="2000" dirty="0">
                <a:ea typeface="Arial Unicode MS"/>
              </a:rPr>
              <a:t>h2&gt;</a:t>
            </a:r>
            <a:r>
              <a:rPr lang="ko-KR" altLang="en-US" sz="2000" dirty="0">
                <a:ea typeface="Arial Unicode MS"/>
              </a:rPr>
              <a:t>축제하면 가장 먼저 생각나는 것</a:t>
            </a:r>
            <a:r>
              <a:rPr lang="en-US" altLang="ko-KR" sz="2000" dirty="0">
                <a:ea typeface="Arial Unicode MS"/>
              </a:rPr>
              <a:t>&lt;/</a:t>
            </a:r>
            <a:r>
              <a:rPr lang="en-US" sz="2000" dirty="0">
                <a:ea typeface="Arial Unicode MS"/>
              </a:rPr>
              <a:t>h2&gt;</a:t>
            </a:r>
          </a:p>
          <a:p>
            <a:r>
              <a:rPr lang="en-US" sz="2000" dirty="0" smtClean="0">
                <a:ea typeface="Arial Unicode MS"/>
              </a:rPr>
              <a:t>&lt;</a:t>
            </a:r>
            <a:r>
              <a:rPr lang="en-US" sz="2000" dirty="0" err="1">
                <a:ea typeface="Arial Unicode MS"/>
              </a:rPr>
              <a:t>ol</a:t>
            </a:r>
            <a:r>
              <a:rPr lang="en-US" sz="2000" dirty="0">
                <a:ea typeface="Arial Unicode MS"/>
              </a:rPr>
              <a:t>&gt;</a:t>
            </a:r>
          </a:p>
          <a:p>
            <a:r>
              <a:rPr lang="en-US" sz="2000" dirty="0">
                <a:ea typeface="Arial Unicode MS"/>
              </a:rPr>
              <a:t>        &lt;li class="festival"&gt;</a:t>
            </a:r>
            <a:r>
              <a:rPr lang="ko-KR" altLang="en-US" sz="2000" dirty="0">
                <a:ea typeface="Arial Unicode MS"/>
              </a:rPr>
              <a:t>가수의 무대</a:t>
            </a:r>
            <a:r>
              <a:rPr lang="en-US" altLang="ko-KR" sz="2000" dirty="0">
                <a:ea typeface="Arial Unicode MS"/>
              </a:rPr>
              <a:t>&lt;/</a:t>
            </a:r>
            <a:r>
              <a:rPr lang="en-US" sz="2000" dirty="0">
                <a:ea typeface="Arial Unicode MS"/>
              </a:rPr>
              <a:t>li</a:t>
            </a:r>
            <a:r>
              <a:rPr lang="en-US" sz="2000" dirty="0" smtClean="0">
                <a:ea typeface="Arial Unicode MS"/>
              </a:rPr>
              <a:t>&gt;</a:t>
            </a:r>
          </a:p>
          <a:p>
            <a:r>
              <a:rPr lang="en-US" sz="2000" dirty="0">
                <a:ea typeface="Arial Unicode MS"/>
              </a:rPr>
              <a:t> </a:t>
            </a:r>
            <a:r>
              <a:rPr lang="en-US" sz="2000" dirty="0" smtClean="0">
                <a:ea typeface="Arial Unicode MS"/>
              </a:rPr>
              <a:t>       &lt;</a:t>
            </a:r>
            <a:r>
              <a:rPr lang="en-US" sz="2000" dirty="0">
                <a:ea typeface="Arial Unicode MS"/>
              </a:rPr>
              <a:t>li </a:t>
            </a:r>
            <a:r>
              <a:rPr lang="en-US" sz="2000" dirty="0" smtClean="0">
                <a:ea typeface="Arial Unicode MS"/>
              </a:rPr>
              <a:t>&gt;</a:t>
            </a:r>
            <a:r>
              <a:rPr lang="ko-KR" altLang="en-US" sz="2000" dirty="0" smtClean="0">
                <a:ea typeface="Arial Unicode MS"/>
              </a:rPr>
              <a:t>휴강</a:t>
            </a:r>
            <a:r>
              <a:rPr lang="en-US" altLang="ko-KR" sz="2000" dirty="0" smtClean="0">
                <a:ea typeface="Arial Unicode MS"/>
              </a:rPr>
              <a:t>&lt;/</a:t>
            </a:r>
            <a:r>
              <a:rPr lang="en-US" sz="2000" dirty="0">
                <a:ea typeface="Arial Unicode MS"/>
              </a:rPr>
              <a:t>li</a:t>
            </a:r>
            <a:r>
              <a:rPr lang="en-US" sz="2000" dirty="0" smtClean="0">
                <a:ea typeface="Arial Unicode MS"/>
              </a:rPr>
              <a:t>&gt;</a:t>
            </a:r>
            <a:endParaRPr lang="en-US" sz="2000" dirty="0">
              <a:ea typeface="Arial Unicode MS"/>
            </a:endParaRPr>
          </a:p>
          <a:p>
            <a:r>
              <a:rPr lang="en-US" sz="2000" dirty="0" smtClean="0">
                <a:ea typeface="Arial Unicode MS"/>
              </a:rPr>
              <a:t>        &lt;</a:t>
            </a:r>
            <a:r>
              <a:rPr lang="en-US" sz="2000" dirty="0">
                <a:ea typeface="Arial Unicode MS"/>
              </a:rPr>
              <a:t>li class="festival"&gt;</a:t>
            </a:r>
            <a:r>
              <a:rPr lang="ko-KR" altLang="en-US" sz="2000" dirty="0">
                <a:ea typeface="Arial Unicode MS"/>
              </a:rPr>
              <a:t>이벤트</a:t>
            </a:r>
            <a:r>
              <a:rPr lang="en-US" altLang="ko-KR" sz="2000" dirty="0">
                <a:ea typeface="Arial Unicode MS"/>
              </a:rPr>
              <a:t>&lt;/</a:t>
            </a:r>
            <a:r>
              <a:rPr lang="en-US" sz="2000" dirty="0">
                <a:ea typeface="Arial Unicode MS"/>
              </a:rPr>
              <a:t>li&gt;        </a:t>
            </a:r>
            <a:endParaRPr lang="en-US" sz="2000" dirty="0" smtClean="0">
              <a:ea typeface="Arial Unicode MS"/>
            </a:endParaRPr>
          </a:p>
          <a:p>
            <a:r>
              <a:rPr lang="en-US" sz="2000" dirty="0" smtClean="0">
                <a:ea typeface="Arial Unicode MS"/>
              </a:rPr>
              <a:t>        </a:t>
            </a:r>
            <a:r>
              <a:rPr lang="en-US" sz="2000" dirty="0">
                <a:ea typeface="Arial Unicode MS"/>
              </a:rPr>
              <a:t>&lt;li class="festival</a:t>
            </a:r>
            <a:r>
              <a:rPr lang="en-US" sz="2000" dirty="0" smtClean="0">
                <a:ea typeface="Arial Unicode MS"/>
              </a:rPr>
              <a:t>"&gt;</a:t>
            </a:r>
            <a:r>
              <a:rPr lang="ko-KR" altLang="en-US" sz="2000" dirty="0" smtClean="0">
                <a:ea typeface="Arial Unicode MS"/>
              </a:rPr>
              <a:t>게임</a:t>
            </a:r>
            <a:r>
              <a:rPr lang="en-US" altLang="ko-KR" sz="2000" dirty="0" smtClean="0">
                <a:ea typeface="Arial Unicode MS"/>
              </a:rPr>
              <a:t>&lt;/</a:t>
            </a:r>
            <a:r>
              <a:rPr lang="en-US" sz="2000" dirty="0">
                <a:ea typeface="Arial Unicode MS"/>
              </a:rPr>
              <a:t>li&gt;</a:t>
            </a:r>
          </a:p>
          <a:p>
            <a:r>
              <a:rPr lang="en-US" sz="2000" dirty="0" smtClean="0">
                <a:ea typeface="Arial Unicode MS"/>
              </a:rPr>
              <a:t>&lt;/</a:t>
            </a:r>
            <a:r>
              <a:rPr lang="en-US" sz="2000" dirty="0" err="1">
                <a:ea typeface="Arial Unicode MS"/>
              </a:rPr>
              <a:t>ol</a:t>
            </a:r>
            <a:r>
              <a:rPr lang="en-US" sz="2000" dirty="0">
                <a:ea typeface="Arial Unicode MS"/>
              </a:rPr>
              <a:t>&gt;</a:t>
            </a:r>
          </a:p>
        </p:txBody>
      </p:sp>
      <p:sp>
        <p:nvSpPr>
          <p:cNvPr id="9" name="직사각형 8"/>
          <p:cNvSpPr/>
          <p:nvPr/>
        </p:nvSpPr>
        <p:spPr>
          <a:xfrm>
            <a:off x="815016" y="4670401"/>
            <a:ext cx="8280920" cy="1015663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2000" dirty="0" err="1"/>
              <a:t>var</a:t>
            </a:r>
            <a:r>
              <a:rPr lang="en-US" sz="2000" dirty="0"/>
              <a:t> li = </a:t>
            </a:r>
            <a:r>
              <a:rPr lang="en-US" sz="2000" dirty="0" err="1"/>
              <a:t>document.createElement</a:t>
            </a:r>
            <a:r>
              <a:rPr lang="en-US" sz="2000" dirty="0"/>
              <a:t>('li');</a:t>
            </a:r>
          </a:p>
          <a:p>
            <a:r>
              <a:rPr lang="en-US" sz="2000" dirty="0" err="1"/>
              <a:t>li.textContent</a:t>
            </a:r>
            <a:r>
              <a:rPr lang="en-US" sz="2000" dirty="0"/>
              <a:t> = '</a:t>
            </a:r>
            <a:r>
              <a:rPr lang="ko-KR" altLang="en-US" sz="2000" dirty="0"/>
              <a:t>체육대회</a:t>
            </a:r>
            <a:r>
              <a:rPr lang="en-US" altLang="ko-KR" sz="2000" dirty="0"/>
              <a:t>';</a:t>
            </a:r>
            <a:endParaRPr lang="ko-KR" altLang="en-US" sz="2000" dirty="0"/>
          </a:p>
          <a:p>
            <a:r>
              <a:rPr lang="en-US" sz="2000" dirty="0" err="1"/>
              <a:t>root.</a:t>
            </a:r>
            <a:r>
              <a:rPr lang="en-US" sz="2000" dirty="0" err="1">
                <a:solidFill>
                  <a:srgbClr val="0000FF"/>
                </a:solidFill>
              </a:rPr>
              <a:t>replaceChild</a:t>
            </a:r>
            <a:r>
              <a:rPr lang="en-US" sz="2000" dirty="0"/>
              <a:t>(li, </a:t>
            </a:r>
            <a:r>
              <a:rPr lang="en-US" sz="2000" dirty="0" err="1"/>
              <a:t>root.lastElementChild</a:t>
            </a:r>
            <a:r>
              <a:rPr lang="en-US" sz="2000" dirty="0"/>
              <a:t>);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94016" y="5966362"/>
            <a:ext cx="1420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교체할 요소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3606817" y="5978462"/>
            <a:ext cx="1420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mtClean="0"/>
              <a:t>교체될 </a:t>
            </a:r>
            <a:r>
              <a:rPr lang="ko-KR" altLang="en-US" dirty="0" smtClean="0"/>
              <a:t>요소</a:t>
            </a:r>
            <a:endParaRPr lang="en-US" dirty="0"/>
          </a:p>
        </p:txBody>
      </p:sp>
      <p:cxnSp>
        <p:nvCxnSpPr>
          <p:cNvPr id="12" name="직선 화살표 연결선 11"/>
          <p:cNvCxnSpPr>
            <a:stCxn id="10" idx="0"/>
          </p:cNvCxnSpPr>
          <p:nvPr/>
        </p:nvCxnSpPr>
        <p:spPr>
          <a:xfrm flipH="1" flipV="1">
            <a:off x="2801763" y="5626454"/>
            <a:ext cx="2544" cy="3399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/>
          <p:cNvCxnSpPr>
            <a:stCxn id="11" idx="0"/>
          </p:cNvCxnSpPr>
          <p:nvPr/>
        </p:nvCxnSpPr>
        <p:spPr>
          <a:xfrm flipH="1" flipV="1">
            <a:off x="4312642" y="5623561"/>
            <a:ext cx="4466" cy="3549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3029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800" dirty="0"/>
              <a:t>요소 조작하기</a:t>
            </a:r>
            <a:endParaRPr lang="ko-KR" altLang="en-US" sz="28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72856" y="587856"/>
            <a:ext cx="11664220" cy="5740119"/>
          </a:xfrm>
        </p:spPr>
        <p:txBody>
          <a:bodyPr>
            <a:normAutofit/>
          </a:bodyPr>
          <a:lstStyle/>
          <a:p>
            <a:r>
              <a:rPr lang="en-US" dirty="0"/>
              <a:t>W3Schools How </a:t>
            </a:r>
            <a:r>
              <a:rPr lang="en-US" dirty="0" smtClean="0"/>
              <a:t>To(</a:t>
            </a:r>
            <a:r>
              <a:rPr lang="en-US" altLang="ko-KR" dirty="0">
                <a:solidFill>
                  <a:prstClr val="black"/>
                </a:solidFill>
              </a:rPr>
              <a:t>https://www.w3schools.com/howto/default.asp</a:t>
            </a:r>
            <a:r>
              <a:rPr lang="en-US" dirty="0" smtClean="0"/>
              <a:t>)</a:t>
            </a:r>
            <a:endParaRPr lang="en-US" dirty="0"/>
          </a:p>
          <a:p>
            <a:r>
              <a:rPr lang="ko-KR" altLang="en-US" sz="1800" dirty="0" smtClean="0">
                <a:solidFill>
                  <a:prstClr val="black"/>
                </a:solidFill>
              </a:rPr>
              <a:t>체크박스</a:t>
            </a:r>
            <a:r>
              <a:rPr lang="en-US" altLang="ko-KR" sz="1800" dirty="0">
                <a:solidFill>
                  <a:prstClr val="black"/>
                </a:solidFill>
              </a:rPr>
              <a:t>: https://www.w3schools.com/howto/tryit.asp?filename=tryhow_js_display_checkbox_text</a:t>
            </a:r>
          </a:p>
          <a:p>
            <a:r>
              <a:rPr lang="ko-KR" altLang="en-US" sz="1800" dirty="0" smtClean="0">
                <a:solidFill>
                  <a:prstClr val="black"/>
                </a:solidFill>
              </a:rPr>
              <a:t>탭</a:t>
            </a:r>
            <a:r>
              <a:rPr lang="en-US" altLang="ko-KR" sz="1800" dirty="0" smtClean="0">
                <a:solidFill>
                  <a:prstClr val="black"/>
                </a:solidFill>
              </a:rPr>
              <a:t>: https</a:t>
            </a:r>
            <a:r>
              <a:rPr lang="en-US" altLang="ko-KR" sz="1800" dirty="0">
                <a:solidFill>
                  <a:prstClr val="black"/>
                </a:solidFill>
              </a:rPr>
              <a:t>://www.w3schools.com/howto/tryit.asp?filename=tryhow_js_tabs</a:t>
            </a:r>
          </a:p>
          <a:p>
            <a:r>
              <a:rPr lang="ko-KR" altLang="en-US" sz="1800" dirty="0" err="1" smtClean="0">
                <a:solidFill>
                  <a:prstClr val="black"/>
                </a:solidFill>
              </a:rPr>
              <a:t>사이드바</a:t>
            </a:r>
            <a:r>
              <a:rPr lang="ko-KR" altLang="en-US" sz="1800" dirty="0" smtClean="0">
                <a:solidFill>
                  <a:prstClr val="black"/>
                </a:solidFill>
              </a:rPr>
              <a:t> </a:t>
            </a:r>
            <a:r>
              <a:rPr lang="en-US" altLang="ko-KR" sz="1800" dirty="0" smtClean="0">
                <a:solidFill>
                  <a:prstClr val="black"/>
                </a:solidFill>
                <a:sym typeface="Wingdings" panose="05000000000000000000" pitchFamily="2" charset="2"/>
              </a:rPr>
              <a:t></a:t>
            </a:r>
            <a:r>
              <a:rPr lang="en-US" altLang="ko-KR" sz="1800" dirty="0" smtClean="0">
                <a:solidFill>
                  <a:prstClr val="black"/>
                </a:solidFill>
              </a:rPr>
              <a:t> https</a:t>
            </a:r>
            <a:r>
              <a:rPr lang="en-US" altLang="ko-KR" sz="1800" dirty="0">
                <a:solidFill>
                  <a:prstClr val="black"/>
                </a:solidFill>
              </a:rPr>
              <a:t>://</a:t>
            </a:r>
            <a:r>
              <a:rPr lang="en-US" altLang="ko-KR" sz="1800" dirty="0" smtClean="0">
                <a:solidFill>
                  <a:prstClr val="black"/>
                </a:solidFill>
              </a:rPr>
              <a:t>www.w3schools.com/howto/tryit.asp?filename=tryhow_js_sidenav</a:t>
            </a:r>
          </a:p>
          <a:p>
            <a:r>
              <a:rPr lang="ko-KR" altLang="en-US" sz="1800" dirty="0" err="1" smtClean="0"/>
              <a:t>푸쉬</a:t>
            </a:r>
            <a:r>
              <a:rPr lang="ko-KR" altLang="en-US" sz="1800" dirty="0" smtClean="0"/>
              <a:t> </a:t>
            </a:r>
            <a:r>
              <a:rPr lang="ko-KR" altLang="en-US" sz="1800" dirty="0" err="1" smtClean="0"/>
              <a:t>사이드바</a:t>
            </a:r>
            <a:r>
              <a:rPr lang="en-US" altLang="ko-KR" sz="1800" dirty="0" smtClean="0"/>
              <a:t> </a:t>
            </a:r>
            <a:r>
              <a:rPr lang="en-US" altLang="ko-KR" sz="1800" dirty="0">
                <a:solidFill>
                  <a:prstClr val="black"/>
                </a:solidFill>
                <a:sym typeface="Wingdings" panose="05000000000000000000" pitchFamily="2" charset="2"/>
              </a:rPr>
              <a:t></a:t>
            </a:r>
            <a:r>
              <a:rPr lang="en-US" altLang="ko-KR" sz="1800" dirty="0" smtClean="0"/>
              <a:t> https</a:t>
            </a:r>
            <a:r>
              <a:rPr lang="en-US" altLang="ko-KR" sz="1800" dirty="0"/>
              <a:t>://</a:t>
            </a:r>
            <a:r>
              <a:rPr lang="en-US" altLang="ko-KR" sz="1800" dirty="0" smtClean="0"/>
              <a:t>www.w3schools.com/howto/tryit.asp?filename=tryhow_js_sidenav_push</a:t>
            </a:r>
          </a:p>
          <a:p>
            <a:r>
              <a:rPr lang="ko-KR" altLang="en-US" sz="1800" dirty="0" err="1"/>
              <a:t>푸쉬</a:t>
            </a:r>
            <a:r>
              <a:rPr lang="ko-KR" altLang="en-US" sz="1800" dirty="0"/>
              <a:t> </a:t>
            </a:r>
            <a:r>
              <a:rPr lang="ko-KR" altLang="en-US" sz="1800" dirty="0" err="1" smtClean="0"/>
              <a:t>사이드바</a:t>
            </a:r>
            <a:r>
              <a:rPr lang="en-US" altLang="ko-KR" sz="1800" dirty="0" smtClean="0"/>
              <a:t>(+</a:t>
            </a:r>
            <a:r>
              <a:rPr lang="ko-KR" altLang="en-US" sz="1800" dirty="0" smtClean="0"/>
              <a:t>투명</a:t>
            </a:r>
            <a:r>
              <a:rPr lang="en-US" altLang="ko-KR" sz="1800" dirty="0" smtClean="0"/>
              <a:t>) </a:t>
            </a:r>
            <a:r>
              <a:rPr lang="en-US" altLang="ko-KR" sz="1800" dirty="0">
                <a:solidFill>
                  <a:prstClr val="black"/>
                </a:solidFill>
                <a:sym typeface="Wingdings" panose="05000000000000000000" pitchFamily="2" charset="2"/>
              </a:rPr>
              <a:t> </a:t>
            </a:r>
            <a:r>
              <a:rPr lang="en-US" altLang="ko-KR" sz="1600" dirty="0" smtClean="0"/>
              <a:t>https</a:t>
            </a:r>
            <a:r>
              <a:rPr lang="en-US" altLang="ko-KR" sz="1600" dirty="0"/>
              <a:t>://www.w3schools.com/howto/tryit.asp?filename=tryhow_js_sidenav_push_opacity</a:t>
            </a:r>
            <a:endParaRPr lang="en-US" altLang="ko-KR" sz="1800" dirty="0" smtClean="0"/>
          </a:p>
          <a:p>
            <a:r>
              <a:rPr lang="en-US" altLang="ko-KR" sz="1800" dirty="0"/>
              <a:t>Clickable </a:t>
            </a:r>
            <a:r>
              <a:rPr lang="en-US" altLang="ko-KR" sz="1800" dirty="0" smtClean="0"/>
              <a:t>Dropdown </a:t>
            </a:r>
            <a:r>
              <a:rPr lang="en-US" altLang="ko-KR" sz="1800" dirty="0">
                <a:solidFill>
                  <a:prstClr val="black"/>
                </a:solidFill>
                <a:sym typeface="Wingdings" panose="05000000000000000000" pitchFamily="2" charset="2"/>
              </a:rPr>
              <a:t></a:t>
            </a:r>
            <a:r>
              <a:rPr lang="en-US" altLang="ko-KR" sz="1800" dirty="0" smtClean="0"/>
              <a:t> https</a:t>
            </a:r>
            <a:r>
              <a:rPr lang="en-US" altLang="ko-KR" sz="1800" dirty="0"/>
              <a:t>://</a:t>
            </a:r>
            <a:r>
              <a:rPr lang="en-US" altLang="ko-KR" sz="1800" dirty="0" smtClean="0"/>
              <a:t>www.w3schools.com/howto/tryit.asp?filename=tryhow_css_js_dropdown</a:t>
            </a:r>
          </a:p>
          <a:p>
            <a:r>
              <a:rPr lang="en-US" altLang="ko-KR" sz="1800" dirty="0" smtClean="0"/>
              <a:t>Carousel </a:t>
            </a:r>
            <a:r>
              <a:rPr lang="en-US" altLang="ko-KR" sz="1800" dirty="0" smtClean="0">
                <a:sym typeface="Wingdings" panose="05000000000000000000" pitchFamily="2" charset="2"/>
              </a:rPr>
              <a:t> </a:t>
            </a:r>
            <a:r>
              <a:rPr lang="en-US" altLang="ko-KR" sz="1800" dirty="0" smtClean="0"/>
              <a:t>https</a:t>
            </a:r>
            <a:r>
              <a:rPr lang="en-US" altLang="ko-KR" sz="1800" dirty="0"/>
              <a:t>://</a:t>
            </a:r>
            <a:r>
              <a:rPr lang="en-US" altLang="ko-KR" sz="1800" dirty="0" smtClean="0"/>
              <a:t>www.w3schools.com/howto/tryit.asp?filename=tryhow_js_slideshow</a:t>
            </a:r>
          </a:p>
          <a:p>
            <a:r>
              <a:rPr lang="en-US" altLang="ko-KR" sz="1800" dirty="0" smtClean="0"/>
              <a:t>TODO</a:t>
            </a:r>
            <a:r>
              <a:rPr lang="ko-KR" altLang="en-US" sz="1800" dirty="0" smtClean="0"/>
              <a:t>리스트 </a:t>
            </a:r>
            <a:r>
              <a:rPr lang="en-US" altLang="ko-KR" sz="1800" dirty="0" smtClean="0">
                <a:sym typeface="Wingdings" panose="05000000000000000000" pitchFamily="2" charset="2"/>
              </a:rPr>
              <a:t> </a:t>
            </a:r>
            <a:r>
              <a:rPr lang="en-US" altLang="ko-KR" sz="1800" dirty="0" smtClean="0"/>
              <a:t>https</a:t>
            </a:r>
            <a:r>
              <a:rPr lang="en-US" altLang="ko-KR" sz="1800" dirty="0"/>
              <a:t>://www.w3schools.com/howto/tryit.asp?filename=tryhow_js_todo</a:t>
            </a:r>
          </a:p>
          <a:p>
            <a:pPr lvl="1"/>
            <a:endParaRPr lang="en-US" altLang="ko-KR" sz="1800" dirty="0"/>
          </a:p>
          <a:p>
            <a:pPr lvl="1"/>
            <a:endParaRPr lang="en-US" altLang="ko-KR" sz="1800" b="1" dirty="0" smtClean="0">
              <a:solidFill>
                <a:prstClr val="black"/>
              </a:solidFill>
            </a:endParaRPr>
          </a:p>
          <a:p>
            <a:pPr lvl="2"/>
            <a:endParaRPr lang="en-US" dirty="0"/>
          </a:p>
          <a:p>
            <a:endParaRPr lang="en-US" altLang="ko-KR" sz="1800" b="1" dirty="0" smtClean="0">
              <a:solidFill>
                <a:prstClr val="black"/>
              </a:solidFill>
            </a:endParaRPr>
          </a:p>
          <a:p>
            <a:pPr lvl="1"/>
            <a:endParaRPr lang="en-US" sz="1800" b="1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430712" cy="383497"/>
          </a:xfrm>
        </p:spPr>
        <p:txBody>
          <a:bodyPr/>
          <a:lstStyle/>
          <a:p>
            <a:pPr lvl="0">
              <a:defRPr/>
            </a:pPr>
            <a:fld id="{2DA67E06-563C-4DAC-B352-5CBE54DE7B56}" type="slidenum">
              <a:rPr lang="en-US" smtClean="0"/>
              <a:pPr lvl="0">
                <a:defRPr/>
              </a:pPr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8205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21474836470000000000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21474836470000000000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20000000000000000000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20000000000000000000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8713</TotalTime>
  <Words>3084</Words>
  <Application>Microsoft Office PowerPoint</Application>
  <PresentationFormat>와이드스크린</PresentationFormat>
  <Paragraphs>408</Paragraphs>
  <Slides>24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24</vt:i4>
      </vt:variant>
    </vt:vector>
  </HeadingPairs>
  <TitlesOfParts>
    <vt:vector size="32" baseType="lpstr">
      <vt:lpstr>Arial Unicode MS</vt:lpstr>
      <vt:lpstr>맑은 고딕</vt:lpstr>
      <vt:lpstr>Arial</vt:lpstr>
      <vt:lpstr>Calibri</vt:lpstr>
      <vt:lpstr>Calibri Light</vt:lpstr>
      <vt:lpstr>Consolas</vt:lpstr>
      <vt:lpstr>Wingdings</vt:lpstr>
      <vt:lpstr>Office 테마</vt:lpstr>
      <vt:lpstr>Document Object Model 문서객체모델</vt:lpstr>
      <vt:lpstr>문서 객체 모델</vt:lpstr>
      <vt:lpstr>문서 객체 모델</vt:lpstr>
      <vt:lpstr>문서 객체 모델</vt:lpstr>
      <vt:lpstr>요소 가져오기</vt:lpstr>
      <vt:lpstr>요소 가져오기</vt:lpstr>
      <vt:lpstr>요소 가져오기</vt:lpstr>
      <vt:lpstr>요소 가져오기</vt:lpstr>
      <vt:lpstr>요소 가져오기</vt:lpstr>
      <vt:lpstr>요소 가져오기</vt:lpstr>
      <vt:lpstr>요소 가져오기</vt:lpstr>
      <vt:lpstr>요소 가져오기</vt:lpstr>
      <vt:lpstr>요소 조작하기</vt:lpstr>
      <vt:lpstr>요소 조작하기</vt:lpstr>
      <vt:lpstr>요소 조작하기</vt:lpstr>
      <vt:lpstr>요소 조작하기</vt:lpstr>
      <vt:lpstr>요소 조작하기</vt:lpstr>
      <vt:lpstr>요소 조작하기</vt:lpstr>
      <vt:lpstr>요소 조작하기</vt:lpstr>
      <vt:lpstr>요소 조작하기</vt:lpstr>
      <vt:lpstr>요소 조작하기</vt:lpstr>
      <vt:lpstr>요소 조작하기</vt:lpstr>
      <vt:lpstr>요소 조작하기</vt:lpstr>
      <vt:lpstr>요소 조작하기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3136</cp:revision>
  <dcterms:created xsi:type="dcterms:W3CDTF">2020-03-06T01:35:43Z</dcterms:created>
  <dcterms:modified xsi:type="dcterms:W3CDTF">2020-04-20T09:57:29Z</dcterms:modified>
  <cp:version>1000.0000.01</cp:version>
</cp:coreProperties>
</file>