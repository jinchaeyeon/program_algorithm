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1" r:id="rId11"/>
    <p:sldId id="290" r:id="rId12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6" autoAdjust="0"/>
    <p:restoredTop sz="94660"/>
  </p:normalViewPr>
  <p:slideViewPr>
    <p:cSldViewPr>
      <p:cViewPr varScale="1">
        <p:scale>
          <a:sx n="65" d="100"/>
          <a:sy n="65" d="100"/>
        </p:scale>
        <p:origin x="-145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3812064" y="6525344"/>
            <a:ext cx="530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마이크로칩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microchip.com/avr-support/atmel-studio-7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nongnu.org/avrdude/user-manual/avrdude.html#To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6.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4400" dirty="0" err="1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마이크로칩</a:t>
            </a:r>
            <a:r>
              <a:rPr lang="ko-KR" altLang="en-US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스튜디오 설치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내용 개체 틀 1"/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4824412"/>
          </a:xfrm>
        </p:spPr>
        <p:txBody>
          <a:bodyPr/>
          <a:lstStyle/>
          <a:p>
            <a:r>
              <a:rPr lang="en-US" altLang="ko-KR" dirty="0" smtClean="0"/>
              <a:t>ATmega328</a:t>
            </a:r>
            <a:r>
              <a:rPr lang="ko-KR" altLang="en-US" dirty="0" smtClean="0"/>
              <a:t>을 제작한 </a:t>
            </a:r>
            <a:r>
              <a:rPr lang="ko-KR" altLang="en-US" dirty="0" err="1" smtClean="0"/>
              <a:t>마이크로칩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아트멜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에서 </a:t>
            </a:r>
            <a:r>
              <a:rPr lang="ko-KR" altLang="en-US" dirty="0" smtClean="0"/>
              <a:t>제공하는 무료 통합개발환경</a:t>
            </a:r>
            <a:r>
              <a:rPr lang="en-US" altLang="ko-KR" dirty="0" smtClean="0"/>
              <a:t>(IDE)</a:t>
            </a:r>
          </a:p>
          <a:p>
            <a:pPr lvl="1"/>
            <a:r>
              <a:rPr lang="ko-KR" altLang="en-US" dirty="0" smtClean="0"/>
              <a:t>버전</a:t>
            </a:r>
            <a:r>
              <a:rPr lang="en-US" altLang="ko-KR" dirty="0" smtClean="0"/>
              <a:t> 5 </a:t>
            </a:r>
            <a:r>
              <a:rPr lang="ko-KR" altLang="en-US" dirty="0" smtClean="0"/>
              <a:t>이전 </a:t>
            </a:r>
            <a:r>
              <a:rPr lang="en-US" altLang="ko-KR" dirty="0" smtClean="0"/>
              <a:t>: AVR </a:t>
            </a:r>
            <a:r>
              <a:rPr lang="ko-KR" altLang="en-US" dirty="0" smtClean="0"/>
              <a:t>스튜디오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버전 </a:t>
            </a:r>
            <a:r>
              <a:rPr lang="en-US" altLang="ko-KR" dirty="0" smtClean="0"/>
              <a:t>4</a:t>
            </a:r>
            <a:r>
              <a:rPr lang="ko-KR" altLang="en-US" dirty="0" smtClean="0"/>
              <a:t>는 작은 크기로 아직도 많이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버전 </a:t>
            </a:r>
            <a:r>
              <a:rPr lang="en-US" altLang="ko-KR" dirty="0" smtClean="0"/>
              <a:t>6 </a:t>
            </a:r>
            <a:r>
              <a:rPr lang="ko-KR" altLang="en-US" dirty="0" smtClean="0"/>
              <a:t>이후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아트멜</a:t>
            </a:r>
            <a:r>
              <a:rPr lang="ko-KR" altLang="en-US" dirty="0" smtClean="0"/>
              <a:t> 스튜디오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마이크로소프트웨어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비주얼</a:t>
            </a:r>
            <a:r>
              <a:rPr lang="ko-KR" altLang="en-US" dirty="0" smtClean="0"/>
              <a:t> 스튜디오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사용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버전 </a:t>
            </a:r>
            <a:r>
              <a:rPr lang="en-US" altLang="ko-KR" dirty="0" smtClean="0"/>
              <a:t>5</a:t>
            </a:r>
            <a:r>
              <a:rPr lang="ko-KR" altLang="en-US" dirty="0" smtClean="0"/>
              <a:t>이후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설치 편의성 향상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 </a:t>
            </a:r>
            <a:r>
              <a:rPr lang="ko-KR" altLang="en-US" dirty="0" err="1"/>
              <a:t>아트멜</a:t>
            </a:r>
            <a:r>
              <a:rPr lang="ko-KR" altLang="en-US" dirty="0"/>
              <a:t> </a:t>
            </a:r>
            <a:r>
              <a:rPr lang="ko-KR" altLang="en-US" dirty="0" smtClean="0"/>
              <a:t>스튜디오 </a:t>
            </a:r>
            <a:r>
              <a:rPr lang="en-US" altLang="ko-KR" dirty="0" smtClean="0"/>
              <a:t>=&gt; </a:t>
            </a:r>
            <a:r>
              <a:rPr lang="ko-KR" altLang="en-US" dirty="0" err="1" smtClean="0"/>
              <a:t>마이크로칩</a:t>
            </a:r>
            <a:r>
              <a:rPr lang="ko-KR" altLang="en-US" dirty="0" smtClean="0"/>
              <a:t> 스튜디오로 변경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dirty="0" smtClean="0"/>
          </a:p>
          <a:p>
            <a:pPr marL="914400" lvl="2" indent="0">
              <a:buNone/>
            </a:pPr>
            <a:endParaRPr lang="en-US" altLang="ko-KR" dirty="0" smtClean="0"/>
          </a:p>
          <a:p>
            <a:endParaRPr lang="ko-KR" altLang="en-US" dirty="0" smtClean="0"/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ko-KR" altLang="en-US" dirty="0" err="1" smtClean="0"/>
              <a:t>마이크로칩</a:t>
            </a:r>
            <a:r>
              <a:rPr lang="ko-KR" altLang="en-US" dirty="0" smtClean="0"/>
              <a:t> 스튜디오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4042792" cy="4824536"/>
          </a:xfrm>
        </p:spPr>
        <p:txBody>
          <a:bodyPr/>
          <a:lstStyle/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스타일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ISP </a:t>
            </a:r>
            <a:r>
              <a:rPr lang="ko-KR" altLang="en-US" dirty="0" smtClean="0"/>
              <a:t>방식 및 시리얼 방식 업로드 가능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아두이노의</a:t>
            </a:r>
            <a:r>
              <a:rPr lang="ko-KR" altLang="en-US" dirty="0" smtClean="0"/>
              <a:t> 특징인 시리얼 방식 업로드 위주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시리얼 방식 업로드를 위해서는 </a:t>
            </a:r>
            <a:r>
              <a:rPr lang="ko-KR" altLang="en-US" dirty="0" err="1" smtClean="0"/>
              <a:t>부트로더</a:t>
            </a:r>
            <a:r>
              <a:rPr lang="ko-KR" altLang="en-US" dirty="0" smtClean="0"/>
              <a:t> 필요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스타일 </a:t>
            </a:r>
            <a:r>
              <a:rPr lang="en-US" altLang="ko-KR" dirty="0" smtClean="0"/>
              <a:t>vs C </a:t>
            </a:r>
            <a:r>
              <a:rPr lang="ko-KR" altLang="en-US" dirty="0" smtClean="0"/>
              <a:t>스타일</a:t>
            </a:r>
            <a:endParaRPr lang="ko-KR" altLang="en-US" dirty="0"/>
          </a:p>
        </p:txBody>
      </p:sp>
      <p:sp>
        <p:nvSpPr>
          <p:cNvPr id="6" name="내용 개체 틀 1"/>
          <p:cNvSpPr txBox="1">
            <a:spLocks/>
          </p:cNvSpPr>
          <p:nvPr/>
        </p:nvSpPr>
        <p:spPr bwMode="auto">
          <a:xfrm>
            <a:off x="4427984" y="1556792"/>
            <a:ext cx="4536504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2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 smtClean="0"/>
              <a:t>C</a:t>
            </a:r>
            <a:r>
              <a:rPr lang="ko-KR" altLang="en-US" kern="0" dirty="0" smtClean="0"/>
              <a:t> 스타일</a:t>
            </a:r>
            <a:endParaRPr lang="en-US" altLang="ko-KR" kern="0" dirty="0" smtClean="0"/>
          </a:p>
          <a:p>
            <a:pPr lvl="1"/>
            <a:r>
              <a:rPr lang="en-US" altLang="ko-KR" kern="0" dirty="0" smtClean="0"/>
              <a:t>ISP </a:t>
            </a:r>
            <a:r>
              <a:rPr lang="ko-KR" altLang="en-US" kern="0" dirty="0" smtClean="0"/>
              <a:t>방식 업로드만 가능</a:t>
            </a:r>
            <a:endParaRPr lang="en-US" altLang="ko-KR" kern="0" dirty="0" smtClean="0"/>
          </a:p>
          <a:p>
            <a:pPr lvl="1"/>
            <a:r>
              <a:rPr lang="en-US" altLang="ko-KR" kern="0" dirty="0" smtClean="0"/>
              <a:t>AVR </a:t>
            </a:r>
            <a:r>
              <a:rPr lang="ko-KR" altLang="en-US" kern="0" dirty="0" err="1" smtClean="0"/>
              <a:t>마이크로컨트롤러의</a:t>
            </a:r>
            <a:r>
              <a:rPr lang="ko-KR" altLang="en-US" kern="0" dirty="0"/>
              <a:t> </a:t>
            </a:r>
            <a:r>
              <a:rPr lang="en-US" altLang="ko-KR" kern="0" dirty="0" smtClean="0"/>
              <a:t>ISP </a:t>
            </a:r>
            <a:r>
              <a:rPr lang="ko-KR" altLang="en-US" kern="0" dirty="0" smtClean="0"/>
              <a:t>방식 업로드 사용</a:t>
            </a:r>
            <a:endParaRPr lang="en-US" altLang="ko-KR" kern="0" dirty="0"/>
          </a:p>
          <a:p>
            <a:pPr lvl="1"/>
            <a:r>
              <a:rPr lang="ko-KR" altLang="en-US" kern="0" dirty="0" err="1" smtClean="0"/>
              <a:t>부트로더</a:t>
            </a:r>
            <a:r>
              <a:rPr lang="ko-KR" altLang="en-US" kern="0" dirty="0" smtClean="0"/>
              <a:t> 사용하지 않음</a:t>
            </a:r>
            <a:endParaRPr lang="en-US" altLang="ko-KR" kern="0" dirty="0" smtClean="0"/>
          </a:p>
          <a:p>
            <a:pPr lvl="1"/>
            <a:r>
              <a:rPr lang="ko-KR" altLang="en-US" kern="0" dirty="0" err="1" smtClean="0"/>
              <a:t>아두이노</a:t>
            </a:r>
            <a:r>
              <a:rPr lang="ko-KR" altLang="en-US" kern="0" dirty="0" smtClean="0"/>
              <a:t> </a:t>
            </a:r>
            <a:r>
              <a:rPr lang="en-US" altLang="ko-KR" kern="0" dirty="0" smtClean="0"/>
              <a:t>IDE</a:t>
            </a:r>
            <a:r>
              <a:rPr lang="ko-KR" altLang="en-US" kern="0" dirty="0" smtClean="0"/>
              <a:t>와 </a:t>
            </a:r>
            <a:r>
              <a:rPr lang="ko-KR" altLang="en-US" kern="0" dirty="0" err="1" smtClean="0"/>
              <a:t>마이크로칩</a:t>
            </a:r>
            <a:r>
              <a:rPr lang="ko-KR" altLang="en-US" kern="0" dirty="0" smtClean="0"/>
              <a:t> 스튜디오 사용 가능</a:t>
            </a:r>
            <a:endParaRPr lang="en-US" altLang="ko-KR" kern="0" dirty="0" smtClean="0"/>
          </a:p>
          <a:p>
            <a:pPr lvl="2"/>
            <a:r>
              <a:rPr lang="ko-KR" altLang="en-US" kern="0" dirty="0" err="1" smtClean="0"/>
              <a:t>마이크로칩</a:t>
            </a:r>
            <a:r>
              <a:rPr lang="en-US" altLang="ko-KR" kern="0" dirty="0" smtClean="0"/>
              <a:t> </a:t>
            </a:r>
            <a:r>
              <a:rPr lang="ko-KR" altLang="en-US" kern="0" dirty="0" smtClean="0"/>
              <a:t>스튜디오만으로 가능</a:t>
            </a:r>
            <a:endParaRPr lang="en-US" altLang="ko-KR" kern="0" dirty="0" smtClean="0"/>
          </a:p>
          <a:p>
            <a:pPr lvl="2"/>
            <a:r>
              <a:rPr lang="ko-KR" altLang="en-US" dirty="0" err="1" smtClean="0"/>
              <a:t>마이크로칩</a:t>
            </a:r>
            <a:r>
              <a:rPr lang="ko-KR" altLang="en-US" dirty="0" smtClean="0"/>
              <a:t> </a:t>
            </a:r>
            <a:r>
              <a:rPr lang="ko-KR" altLang="en-US" dirty="0"/>
              <a:t>스튜디오에서는 추가 프로그램과 </a:t>
            </a:r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en-US" altLang="ko-KR" dirty="0"/>
              <a:t>IDE</a:t>
            </a:r>
            <a:r>
              <a:rPr lang="ko-KR" altLang="en-US" dirty="0"/>
              <a:t> 설치 필요</a:t>
            </a:r>
            <a:endParaRPr lang="en-US" altLang="ko-KR" dirty="0"/>
          </a:p>
          <a:p>
            <a:pPr lvl="2"/>
            <a:endParaRPr lang="ko-KR" altLang="en-US" kern="0" dirty="0"/>
          </a:p>
        </p:txBody>
      </p:sp>
    </p:spTree>
    <p:extLst>
      <p:ext uri="{BB962C8B-B14F-4D97-AF65-F5344CB8AC3E}">
        <p14:creationId xmlns:p14="http://schemas.microsoft.com/office/powerpoint/2010/main" val="204424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0" y="1556792"/>
            <a:ext cx="9144000" cy="4824536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http://</a:t>
            </a:r>
            <a:r>
              <a:rPr lang="en-US" altLang="ko-KR" dirty="0" smtClean="0">
                <a:hlinkClick r:id="rId2"/>
              </a:rPr>
              <a:t>www.microchip.com/avr-support/atmel-studio-7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마이크로칩</a:t>
            </a:r>
            <a:r>
              <a:rPr lang="ko-KR" altLang="en-US" dirty="0" smtClean="0"/>
              <a:t> 스튜디오 다운로드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48" y="2404219"/>
            <a:ext cx="8316416" cy="3689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147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err="1" smtClean="0"/>
              <a:t>마이크로칩</a:t>
            </a:r>
            <a:r>
              <a:rPr lang="ko-KR" altLang="en-US" sz="2000" dirty="0" smtClean="0"/>
              <a:t> 스튜디오는 마이크로소프트의 </a:t>
            </a:r>
            <a:r>
              <a:rPr lang="en-US" altLang="ko-KR" sz="2000" dirty="0" smtClean="0"/>
              <a:t>.NET</a:t>
            </a:r>
            <a:r>
              <a:rPr lang="ko-KR" altLang="en-US" sz="2000" dirty="0" smtClean="0"/>
              <a:t>을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기반으로 함</a:t>
            </a:r>
            <a:endParaRPr lang="en-US" altLang="ko-KR" sz="2000" dirty="0" smtClean="0"/>
          </a:p>
          <a:p>
            <a:r>
              <a:rPr lang="en-US" altLang="ko-KR" sz="2000" dirty="0" smtClean="0"/>
              <a:t>.NET, </a:t>
            </a:r>
            <a:r>
              <a:rPr lang="ko-KR" altLang="en-US" sz="2000" dirty="0" err="1" smtClean="0"/>
              <a:t>마이크로칩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스튜디오</a:t>
            </a:r>
            <a:r>
              <a:rPr lang="en-US" altLang="ko-KR" sz="2000" dirty="0" smtClean="0"/>
              <a:t>, USB </a:t>
            </a:r>
            <a:r>
              <a:rPr lang="ko-KR" altLang="en-US" sz="2000" dirty="0" smtClean="0"/>
              <a:t>드라이버 등이 자동으로 설치됨</a:t>
            </a:r>
            <a:endParaRPr lang="en-US" altLang="ko-KR" sz="2000" dirty="0" smtClean="0"/>
          </a:p>
          <a:p>
            <a:r>
              <a:rPr lang="ko-KR" altLang="en-US" sz="2000" dirty="0" smtClean="0"/>
              <a:t>디폴트 값으로 설치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버전 </a:t>
            </a:r>
            <a:r>
              <a:rPr lang="en-US" altLang="ko-KR" sz="2000" dirty="0" smtClean="0"/>
              <a:t>7</a:t>
            </a:r>
            <a:r>
              <a:rPr lang="ko-KR" altLang="en-US" sz="2000" dirty="0" smtClean="0"/>
              <a:t>의 경우도 버전 </a:t>
            </a:r>
            <a:r>
              <a:rPr lang="en-US" altLang="ko-KR" sz="2000" dirty="0" smtClean="0"/>
              <a:t>6</a:t>
            </a:r>
            <a:r>
              <a:rPr lang="ko-KR" altLang="en-US" sz="2000" dirty="0" smtClean="0"/>
              <a:t>과 마찬가지로 디폴트 값으로 설치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마이크로칩</a:t>
            </a:r>
            <a:r>
              <a:rPr lang="ko-KR" altLang="en-US" dirty="0" smtClean="0"/>
              <a:t> 스튜디오 설치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11" y="3356992"/>
            <a:ext cx="3517789" cy="23540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5437" y="5702473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버전 </a:t>
            </a:r>
            <a:r>
              <a:rPr lang="en-US" altLang="ko-KR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6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51732" y="5711039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버전 </a:t>
            </a:r>
            <a:r>
              <a:rPr lang="en-US" altLang="ko-KR" sz="16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7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466" y="3196318"/>
            <a:ext cx="3085926" cy="253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86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‘Tools</a:t>
            </a:r>
            <a:r>
              <a:rPr lang="ko-KR" altLang="en-US" dirty="0" smtClean="0"/>
              <a:t> → </a:t>
            </a:r>
            <a:r>
              <a:rPr lang="en-US" altLang="ko-KR" dirty="0" smtClean="0"/>
              <a:t>Extensions and Updates’ </a:t>
            </a:r>
            <a:r>
              <a:rPr lang="ko-KR" altLang="en-US" dirty="0" smtClean="0"/>
              <a:t>메뉴 항목</a:t>
            </a:r>
            <a:endParaRPr lang="en-US" altLang="ko-KR" dirty="0" smtClean="0"/>
          </a:p>
          <a:p>
            <a:r>
              <a:rPr lang="ko-KR" altLang="en-US" dirty="0" err="1" smtClean="0"/>
              <a:t>애드온</a:t>
            </a:r>
            <a:r>
              <a:rPr lang="ko-KR" altLang="en-US" dirty="0" smtClean="0"/>
              <a:t> 프로그램 설치 및 </a:t>
            </a:r>
            <a:r>
              <a:rPr lang="ko-KR" altLang="en-US" dirty="0" err="1" smtClean="0"/>
              <a:t>아트멜</a:t>
            </a:r>
            <a:r>
              <a:rPr lang="ko-KR" altLang="en-US" dirty="0" smtClean="0"/>
              <a:t> 스튜디오 업데이트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확장 관리자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64223"/>
            <a:ext cx="5892527" cy="40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7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‘Tools</a:t>
            </a:r>
            <a:r>
              <a:rPr lang="ko-KR" altLang="en-US" dirty="0" smtClean="0"/>
              <a:t> → </a:t>
            </a:r>
            <a:r>
              <a:rPr lang="en-US" altLang="ko-KR" dirty="0" smtClean="0"/>
              <a:t>External Tools... </a:t>
            </a:r>
            <a:r>
              <a:rPr lang="ko-KR" altLang="en-US" dirty="0" smtClean="0"/>
              <a:t>메뉴 항목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1520" y="290042"/>
            <a:ext cx="8568952" cy="618678"/>
          </a:xfrm>
        </p:spPr>
        <p:txBody>
          <a:bodyPr/>
          <a:lstStyle/>
          <a:p>
            <a:r>
              <a:rPr lang="en-US" altLang="ko-KR" dirty="0" smtClean="0"/>
              <a:t>AVRDUDE (</a:t>
            </a:r>
            <a:r>
              <a:rPr lang="en-US" altLang="ko-KR" dirty="0"/>
              <a:t>AVR </a:t>
            </a:r>
            <a:r>
              <a:rPr lang="en-US" altLang="ko-KR" dirty="0" smtClean="0"/>
              <a:t>Downloader/</a:t>
            </a:r>
            <a:r>
              <a:rPr lang="en-US" altLang="ko-KR" dirty="0" err="1" smtClean="0"/>
              <a:t>UploaDEr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43" y="2996952"/>
            <a:ext cx="3381375" cy="30861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2060848"/>
            <a:ext cx="44100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90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1"/>
          <p:cNvSpPr txBox="1">
            <a:spLocks/>
          </p:cNvSpPr>
          <p:nvPr/>
        </p:nvSpPr>
        <p:spPr bwMode="auto">
          <a:xfrm>
            <a:off x="457200" y="1412776"/>
            <a:ext cx="8229600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2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 smtClean="0">
                <a:hlinkClick r:id="rId2"/>
              </a:rPr>
              <a:t>http://www.nongnu.org/avrdude/user-manual/avrdude.html#Top</a:t>
            </a:r>
            <a:r>
              <a:rPr lang="en-US" altLang="ko-KR" kern="0" dirty="0" smtClean="0"/>
              <a:t> </a:t>
            </a:r>
            <a:r>
              <a:rPr lang="ko-KR" altLang="en-US" kern="0" dirty="0" smtClean="0"/>
              <a:t>참조</a:t>
            </a:r>
            <a:endParaRPr lang="en-US" altLang="ko-KR" kern="0" dirty="0" smtClean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2276872"/>
            <a:ext cx="4410075" cy="4343400"/>
          </a:xfr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AVRDUDE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19872" y="4305870"/>
            <a:ext cx="4106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ko-KR" b="1" dirty="0" smtClean="0">
                <a:solidFill>
                  <a:srgbClr val="FF0000"/>
                </a:solidFill>
              </a:rPr>
              <a:t>②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ko-KR" b="1" dirty="0">
                <a:solidFill>
                  <a:srgbClr val="FF0000"/>
                </a:solidFill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40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① : </a:t>
            </a:r>
            <a:r>
              <a:rPr lang="ko-KR" altLang="en-US" dirty="0" smtClean="0"/>
              <a:t>임의의 </a:t>
            </a:r>
            <a:r>
              <a:rPr lang="ko-KR" altLang="en-US" dirty="0" err="1" smtClean="0"/>
              <a:t>툴이름</a:t>
            </a:r>
            <a:r>
              <a:rPr lang="ko-KR" altLang="en-US" dirty="0" smtClean="0"/>
              <a:t> 작성</a:t>
            </a:r>
            <a:endParaRPr lang="en-US" altLang="ko-KR" dirty="0" smtClean="0"/>
          </a:p>
          <a:p>
            <a:r>
              <a:rPr lang="en-US" altLang="ko-KR" dirty="0" smtClean="0"/>
              <a:t>② : avrdude.exe </a:t>
            </a:r>
            <a:r>
              <a:rPr lang="ko-KR" altLang="en-US" dirty="0" smtClean="0"/>
              <a:t>위치 지정</a:t>
            </a:r>
            <a:endParaRPr lang="en-US" altLang="ko-KR" dirty="0"/>
          </a:p>
          <a:p>
            <a:pPr lvl="1"/>
            <a:r>
              <a:rPr lang="en-US" altLang="ko-KR" dirty="0" smtClean="0"/>
              <a:t>avrdude.exe</a:t>
            </a:r>
            <a:r>
              <a:rPr lang="ko-KR" altLang="en-US" dirty="0" smtClean="0"/>
              <a:t>를 </a:t>
            </a:r>
            <a:r>
              <a:rPr lang="en-US" altLang="ko-KR" dirty="0"/>
              <a:t>C:\avrdude</a:t>
            </a:r>
            <a:r>
              <a:rPr lang="en-US" altLang="ko-KR" dirty="0" smtClean="0"/>
              <a:t>\ </a:t>
            </a:r>
            <a:r>
              <a:rPr lang="ko-KR" altLang="en-US" dirty="0" smtClean="0"/>
              <a:t>위치에 복사를 한 경우 </a:t>
            </a:r>
            <a:r>
              <a:rPr lang="en-US" altLang="ko-KR" dirty="0"/>
              <a:t>C:\avrdude\avrdude.exe</a:t>
            </a:r>
          </a:p>
          <a:p>
            <a:pPr lvl="1"/>
            <a:r>
              <a:rPr lang="en-US" altLang="ko-KR" dirty="0" smtClean="0"/>
              <a:t>avrdude.exe</a:t>
            </a:r>
            <a:r>
              <a:rPr lang="ko-KR" altLang="en-US" dirty="0" smtClean="0"/>
              <a:t>의 원본위치는 </a:t>
            </a:r>
            <a:r>
              <a:rPr lang="en-US" altLang="ko-KR" dirty="0"/>
              <a:t>C:\Program </a:t>
            </a:r>
            <a:r>
              <a:rPr lang="en-US" altLang="ko-KR" dirty="0" smtClean="0"/>
              <a:t>Files\Arduino\hardware\tools\</a:t>
            </a:r>
            <a:r>
              <a:rPr lang="en-US" altLang="ko-KR" dirty="0" err="1" smtClean="0"/>
              <a:t>avr</a:t>
            </a:r>
            <a:r>
              <a:rPr lang="en-US" altLang="ko-KR" dirty="0" smtClean="0"/>
              <a:t>\bin\avrdude.exe</a:t>
            </a:r>
          </a:p>
          <a:p>
            <a:r>
              <a:rPr lang="en-US" altLang="ko-KR" dirty="0" smtClean="0"/>
              <a:t>③ : </a:t>
            </a:r>
            <a:r>
              <a:rPr lang="en-US" altLang="ko-KR" sz="1800" b="1" dirty="0"/>
              <a:t>-C </a:t>
            </a:r>
            <a:r>
              <a:rPr lang="en-US" altLang="ko-KR" sz="1800" b="1" dirty="0">
                <a:solidFill>
                  <a:srgbClr val="FF0000"/>
                </a:solidFill>
              </a:rPr>
              <a:t>"C:\avrdude\avrdude.conf" </a:t>
            </a:r>
            <a:r>
              <a:rPr lang="en-US" altLang="ko-KR" sz="1800" b="1" dirty="0"/>
              <a:t>-p m328p -c </a:t>
            </a:r>
            <a:r>
              <a:rPr lang="en-US" altLang="ko-KR" sz="1800" b="1" dirty="0" err="1"/>
              <a:t>arduino</a:t>
            </a:r>
            <a:r>
              <a:rPr lang="en-US" altLang="ko-KR" sz="1800" b="1" dirty="0"/>
              <a:t> -P 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COM31</a:t>
            </a:r>
            <a:r>
              <a:rPr lang="en-US" altLang="ko-KR" sz="1800" b="1" dirty="0" smtClean="0"/>
              <a:t> </a:t>
            </a:r>
            <a:r>
              <a:rPr lang="en-US" altLang="ko-KR" sz="1800" b="1" dirty="0"/>
              <a:t>-b 115200 -U </a:t>
            </a:r>
            <a:r>
              <a:rPr lang="en-US" altLang="ko-KR" sz="1800" b="1" dirty="0" err="1"/>
              <a:t>flash:w</a:t>
            </a:r>
            <a:r>
              <a:rPr lang="en-US" altLang="ko-KR" sz="1800" b="1" dirty="0"/>
              <a:t>:"$(</a:t>
            </a:r>
            <a:r>
              <a:rPr lang="en-US" altLang="ko-KR" sz="1800" b="1" dirty="0" err="1"/>
              <a:t>ProjectDir</a:t>
            </a:r>
            <a:r>
              <a:rPr lang="en-US" altLang="ko-KR" sz="1800" b="1" dirty="0"/>
              <a:t>)Debug\$(</a:t>
            </a:r>
            <a:r>
              <a:rPr lang="en-US" altLang="ko-KR" sz="1800" b="1" dirty="0" err="1"/>
              <a:t>TargetName</a:t>
            </a:r>
            <a:r>
              <a:rPr lang="en-US" altLang="ko-KR" sz="1800" b="1" dirty="0"/>
              <a:t>).hex</a:t>
            </a:r>
            <a:r>
              <a:rPr lang="en-US" altLang="ko-KR" sz="1800" b="1" dirty="0" smtClean="0"/>
              <a:t>":</a:t>
            </a:r>
            <a:r>
              <a:rPr lang="en-US" altLang="ko-KR" sz="1800" b="1" dirty="0" err="1"/>
              <a:t>i</a:t>
            </a:r>
            <a:endParaRPr lang="en-US" altLang="ko-KR" sz="1800" b="1" dirty="0" smtClean="0"/>
          </a:p>
          <a:p>
            <a:pPr lvl="1"/>
            <a:r>
              <a:rPr lang="en-US" altLang="ko-KR" dirty="0" err="1" smtClean="0"/>
              <a:t>Avrdude.conf</a:t>
            </a:r>
            <a:r>
              <a:rPr lang="en-US" altLang="ko-KR" dirty="0" smtClean="0"/>
              <a:t> </a:t>
            </a:r>
            <a:r>
              <a:rPr lang="ko-KR" altLang="en-US" dirty="0" smtClean="0"/>
              <a:t>의 위치가 </a:t>
            </a:r>
            <a:r>
              <a:rPr lang="en-US" altLang="ko-KR" dirty="0"/>
              <a:t>C:\avrdude\ </a:t>
            </a:r>
            <a:r>
              <a:rPr lang="ko-KR" altLang="en-US" dirty="0" smtClean="0"/>
              <a:t>일 경우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Avrdude.conf</a:t>
            </a:r>
            <a:r>
              <a:rPr lang="ko-KR" altLang="en-US" dirty="0" smtClean="0"/>
              <a:t>의 원본위치는 </a:t>
            </a:r>
            <a:r>
              <a:rPr lang="en-US" altLang="ko-KR" dirty="0" smtClean="0"/>
              <a:t>C</a:t>
            </a:r>
            <a:r>
              <a:rPr lang="en-US" altLang="ko-KR" dirty="0"/>
              <a:t>:\Program </a:t>
            </a:r>
            <a:r>
              <a:rPr lang="en-US" altLang="ko-KR" dirty="0" smtClean="0"/>
              <a:t>Files\Arduino\hardware\tools\</a:t>
            </a:r>
            <a:r>
              <a:rPr lang="en-US" altLang="ko-KR" dirty="0" err="1" smtClean="0"/>
              <a:t>avr</a:t>
            </a:r>
            <a:r>
              <a:rPr lang="en-US" altLang="ko-KR" dirty="0" smtClean="0"/>
              <a:t>\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\</a:t>
            </a:r>
            <a:r>
              <a:rPr lang="en-US" altLang="ko-KR" dirty="0" err="1" smtClean="0"/>
              <a:t>avrdude.conf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AVRDUDE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223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1" dirty="0" smtClean="0"/>
              <a:t>-</a:t>
            </a:r>
            <a:r>
              <a:rPr lang="en-US" altLang="ko-KR" sz="1800" b="1" dirty="0"/>
              <a:t>C </a:t>
            </a:r>
            <a:r>
              <a:rPr lang="en-US" altLang="ko-KR" sz="1800" b="1" dirty="0">
                <a:solidFill>
                  <a:srgbClr val="FF0000"/>
                </a:solidFill>
              </a:rPr>
              <a:t>"C:\avrdude\avrdude.conf" </a:t>
            </a:r>
            <a:r>
              <a:rPr lang="en-US" altLang="ko-KR" sz="1800" b="1" dirty="0"/>
              <a:t>-p m328p -c </a:t>
            </a:r>
            <a:r>
              <a:rPr lang="en-US" altLang="ko-KR" sz="1800" b="1" dirty="0" err="1"/>
              <a:t>arduino</a:t>
            </a:r>
            <a:r>
              <a:rPr lang="en-US" altLang="ko-KR" sz="1800" b="1" dirty="0"/>
              <a:t> -P </a:t>
            </a:r>
            <a:r>
              <a:rPr lang="en-US" altLang="ko-KR" sz="1800" b="1" dirty="0" smtClean="0">
                <a:solidFill>
                  <a:srgbClr val="FF0000"/>
                </a:solidFill>
              </a:rPr>
              <a:t>COM31</a:t>
            </a:r>
            <a:r>
              <a:rPr lang="en-US" altLang="ko-KR" sz="1800" b="1" dirty="0" smtClean="0"/>
              <a:t> </a:t>
            </a:r>
            <a:r>
              <a:rPr lang="en-US" altLang="ko-KR" sz="1800" b="1" dirty="0"/>
              <a:t>-b 115200 -U </a:t>
            </a:r>
            <a:r>
              <a:rPr lang="en-US" altLang="ko-KR" sz="1800" b="1" dirty="0" err="1"/>
              <a:t>flash:w</a:t>
            </a:r>
            <a:r>
              <a:rPr lang="en-US" altLang="ko-KR" sz="1800" b="1" dirty="0"/>
              <a:t>:"$(</a:t>
            </a:r>
            <a:r>
              <a:rPr lang="en-US" altLang="ko-KR" sz="1800" b="1" dirty="0" err="1"/>
              <a:t>ProjectDir</a:t>
            </a:r>
            <a:r>
              <a:rPr lang="en-US" altLang="ko-KR" sz="1800" b="1" dirty="0"/>
              <a:t>)Debug\$(</a:t>
            </a:r>
            <a:r>
              <a:rPr lang="en-US" altLang="ko-KR" sz="1800" b="1" dirty="0" err="1"/>
              <a:t>TargetName</a:t>
            </a:r>
            <a:r>
              <a:rPr lang="en-US" altLang="ko-KR" sz="1800" b="1" dirty="0"/>
              <a:t>).hex</a:t>
            </a:r>
            <a:r>
              <a:rPr lang="en-US" altLang="ko-KR" sz="1800" b="1" dirty="0" smtClean="0"/>
              <a:t>":</a:t>
            </a:r>
            <a:r>
              <a:rPr lang="en-US" altLang="ko-KR" sz="1800" b="1" dirty="0" err="1"/>
              <a:t>i</a:t>
            </a:r>
            <a:endParaRPr lang="en-US" altLang="ko-KR" sz="1800" b="1" dirty="0" smtClean="0"/>
          </a:p>
          <a:p>
            <a:pPr lvl="1"/>
            <a:r>
              <a:rPr lang="en-US" altLang="ko-KR" dirty="0" smtClean="0"/>
              <a:t>-C : </a:t>
            </a:r>
            <a:r>
              <a:rPr lang="en-US" altLang="ko-KR" dirty="0" err="1" smtClean="0"/>
              <a:t>avrdude.conf</a:t>
            </a:r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파일의 위치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-p : MCU </a:t>
            </a:r>
            <a:r>
              <a:rPr lang="ko-KR" altLang="en-US" dirty="0" smtClean="0"/>
              <a:t>종류 설정 </a:t>
            </a:r>
            <a:r>
              <a:rPr lang="en-US" altLang="ko-KR" dirty="0" smtClean="0"/>
              <a:t>(m328p:Atmega328p)</a:t>
            </a:r>
          </a:p>
          <a:p>
            <a:pPr lvl="1"/>
            <a:r>
              <a:rPr lang="en-US" altLang="ko-KR" dirty="0" smtClean="0"/>
              <a:t>-c : programmer id</a:t>
            </a:r>
          </a:p>
          <a:p>
            <a:pPr lvl="1"/>
            <a:r>
              <a:rPr lang="en-US" altLang="ko-KR" dirty="0" smtClean="0"/>
              <a:t>-P : </a:t>
            </a:r>
            <a:r>
              <a:rPr lang="ko-KR" altLang="en-US" dirty="0" smtClean="0"/>
              <a:t>전송포트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-b : </a:t>
            </a:r>
            <a:r>
              <a:rPr lang="ko-KR" altLang="en-US" dirty="0" err="1" smtClean="0"/>
              <a:t>전송율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-U : </a:t>
            </a:r>
            <a:r>
              <a:rPr lang="en-US" altLang="ko-KR" i="1" dirty="0" err="1"/>
              <a:t>memtype</a:t>
            </a:r>
            <a:r>
              <a:rPr lang="en-US" altLang="ko-KR" dirty="0" err="1"/>
              <a:t>:</a:t>
            </a:r>
            <a:r>
              <a:rPr lang="en-US" altLang="ko-KR" i="1" dirty="0" err="1"/>
              <a:t>op</a:t>
            </a:r>
            <a:r>
              <a:rPr lang="en-US" altLang="ko-KR" dirty="0" err="1"/>
              <a:t>:</a:t>
            </a:r>
            <a:r>
              <a:rPr lang="en-US" altLang="ko-KR" i="1" dirty="0" err="1"/>
              <a:t>filename</a:t>
            </a:r>
            <a:r>
              <a:rPr lang="en-US" altLang="ko-KR" dirty="0"/>
              <a:t>[:</a:t>
            </a:r>
            <a:r>
              <a:rPr lang="en-US" altLang="ko-KR" i="1" dirty="0"/>
              <a:t>format</a:t>
            </a:r>
            <a:r>
              <a:rPr lang="en-US" altLang="ko-KR" dirty="0" smtClean="0"/>
              <a:t>]</a:t>
            </a:r>
          </a:p>
          <a:p>
            <a:pPr lvl="2"/>
            <a:r>
              <a:rPr lang="en-US" altLang="ko-KR" dirty="0" err="1" smtClean="0"/>
              <a:t>Memtype</a:t>
            </a:r>
            <a:r>
              <a:rPr lang="en-US" altLang="ko-KR" dirty="0" smtClean="0"/>
              <a:t> : flash-</a:t>
            </a:r>
            <a:r>
              <a:rPr lang="en-US" altLang="ko-KR" dirty="0"/>
              <a:t>&gt; The flash </a:t>
            </a:r>
            <a:r>
              <a:rPr lang="en-US" altLang="ko-KR" dirty="0" smtClean="0"/>
              <a:t>ROM</a:t>
            </a:r>
          </a:p>
          <a:p>
            <a:pPr lvl="2"/>
            <a:r>
              <a:rPr lang="en-US" altLang="ko-KR" dirty="0" smtClean="0"/>
              <a:t>op </a:t>
            </a:r>
            <a:r>
              <a:rPr lang="en-US" altLang="ko-KR" dirty="0"/>
              <a:t>: w-&gt; read the specified file and write it to the specified device </a:t>
            </a:r>
            <a:r>
              <a:rPr lang="en-US" altLang="ko-KR" dirty="0" smtClean="0"/>
              <a:t>memory</a:t>
            </a:r>
          </a:p>
          <a:p>
            <a:pPr lvl="2"/>
            <a:r>
              <a:rPr lang="en-US" altLang="ko-KR" dirty="0" smtClean="0"/>
              <a:t>format : </a:t>
            </a:r>
            <a:r>
              <a:rPr lang="en-US" altLang="ko-KR" dirty="0" err="1" smtClean="0"/>
              <a:t>i</a:t>
            </a:r>
            <a:r>
              <a:rPr lang="en-US" altLang="ko-KR" dirty="0"/>
              <a:t>-&gt; </a:t>
            </a:r>
            <a:r>
              <a:rPr lang="en-US" altLang="ko-KR" dirty="0" smtClean="0"/>
              <a:t>intel </a:t>
            </a:r>
            <a:r>
              <a:rPr lang="en-US" altLang="ko-KR" dirty="0"/>
              <a:t>Hex 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AVRDUDE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37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‘Tools</a:t>
            </a:r>
            <a:r>
              <a:rPr lang="ko-KR" altLang="en-US" dirty="0" smtClean="0"/>
              <a:t> → </a:t>
            </a:r>
            <a:r>
              <a:rPr lang="en-US" altLang="ko-KR" dirty="0" smtClean="0"/>
              <a:t>UNO </a:t>
            </a:r>
            <a:r>
              <a:rPr lang="en-US" altLang="ko-KR" dirty="0" err="1" smtClean="0"/>
              <a:t>avrdude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메뉴를 선택해서 </a:t>
            </a:r>
            <a:r>
              <a:rPr lang="en-US" altLang="ko-KR" dirty="0" smtClean="0"/>
              <a:t>Upload </a:t>
            </a:r>
            <a:r>
              <a:rPr lang="ko-KR" altLang="en-US" dirty="0" smtClean="0"/>
              <a:t>한다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AVRDUDE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276872"/>
            <a:ext cx="31718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5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397</Words>
  <Application>Microsoft Office PowerPoint</Application>
  <PresentationFormat>화면 슬라이드 쇼(4:3)</PresentationFormat>
  <Paragraphs>64</Paragraphs>
  <Slides>11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기본 디자인</vt:lpstr>
      <vt:lpstr>PowerPoint 프레젠테이션</vt:lpstr>
      <vt:lpstr>마이크로칩 스튜디오</vt:lpstr>
      <vt:lpstr>아두이노 스타일 vs C 스타일</vt:lpstr>
      <vt:lpstr>마이크로칩 스튜디오 다운로드</vt:lpstr>
      <vt:lpstr>마이크로칩 스튜디오 설치</vt:lpstr>
      <vt:lpstr>확장 관리자</vt:lpstr>
      <vt:lpstr>AVRDUDE (AVR Downloader/UploaDEr)</vt:lpstr>
      <vt:lpstr>AVRDUDE 설정</vt:lpstr>
      <vt:lpstr>AVRDUDE 설정</vt:lpstr>
      <vt:lpstr>AVRDUDE 설정</vt:lpstr>
      <vt:lpstr>AVRDUDE 설정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92</cp:revision>
  <dcterms:created xsi:type="dcterms:W3CDTF">2005-10-10T05:21:17Z</dcterms:created>
  <dcterms:modified xsi:type="dcterms:W3CDTF">2021-03-24T16:15:23Z</dcterms:modified>
</cp:coreProperties>
</file>