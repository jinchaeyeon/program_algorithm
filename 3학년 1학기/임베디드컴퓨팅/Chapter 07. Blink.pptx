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</p:sldIdLst>
  <p:sldSz cx="9144000" cy="6858000" type="screen4x3"/>
  <p:notesSz cx="6854825" cy="97504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001F56"/>
    <a:srgbClr val="38B549"/>
    <a:srgbClr val="FF6600"/>
    <a:srgbClr val="FFECC0"/>
    <a:srgbClr val="0066CC"/>
    <a:srgbClr val="990033"/>
    <a:srgbClr val="BC7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14954D-3975-486F-A634-AD74970EFD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90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31838"/>
            <a:ext cx="4875213" cy="3656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30738"/>
            <a:ext cx="54832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952833-5BF8-462B-8955-824AFCD66D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31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F2748E-33A7-43C4-98F3-E08F4F834479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28B9E-F9C0-416A-832C-0884C76D2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0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김정배_백업\알바누리\커버리스트\프리젠테이션\카테고리별\학교_교육\s_00002\sub_s_00002_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618678"/>
          </a:xfrm>
        </p:spPr>
        <p:txBody>
          <a:bodyPr/>
          <a:lstStyle>
            <a:lvl1pPr algn="l">
              <a:defRPr sz="3200" b="1">
                <a:solidFill>
                  <a:srgbClr val="66330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273729" y="6525344"/>
            <a:ext cx="4839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아트멜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스튜디오와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아두이노로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배우는</a:t>
            </a:r>
            <a:r>
              <a:rPr lang="ko-KR" altLang="en-US" sz="14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ATmega328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프로그래밍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BEE44-8CAE-4526-920C-A8E8A9C48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9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6CB5-6D7D-45E3-972D-BDDADE8BE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66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8D665-08DE-41D6-B962-2085A179A1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91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0A57-CA7C-4B68-8045-C32C5FCE0C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03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0BBB-273B-4A8D-BB08-23A4FAE3D0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3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471EE-F89C-4EDA-A21F-9F26D9E227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1FB8C-4271-44F5-A7B2-ACDAE1930B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1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9FCF1-FE78-45CE-8E11-F5957D42AE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50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C56B4-3AAF-44E0-A295-42DDC124C3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068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fld id="{51F73B43-0D21-451E-BE02-CBCCAECBEF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main_s_00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304800" y="1152525"/>
            <a:ext cx="8587680" cy="179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9pPr>
          </a:lstStyle>
          <a:p>
            <a:pPr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HY견고딕" panose="02030600000101010101" pitchFamily="18" charset="-127"/>
              </a:rPr>
              <a:t>Chapter 7. </a:t>
            </a:r>
          </a:p>
          <a:p>
            <a:pPr lvl="1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Blink</a:t>
            </a:r>
            <a:endParaRPr lang="en-US" altLang="ko-KR" sz="4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636912"/>
            <a:ext cx="5658856" cy="3896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내용 개체 틀 1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82441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/>
              <a:t>새 프로젝트 생성 </a:t>
            </a:r>
            <a:r>
              <a:rPr lang="en-US" altLang="ko-KR" sz="2000" dirty="0" smtClean="0"/>
              <a:t>: ‘File</a:t>
            </a:r>
            <a:r>
              <a:rPr lang="ko-KR" altLang="en-US" sz="2000" dirty="0" smtClean="0"/>
              <a:t> → </a:t>
            </a:r>
            <a:r>
              <a:rPr lang="en-US" altLang="ko-KR" sz="2000" dirty="0" smtClean="0"/>
              <a:t>New </a:t>
            </a:r>
            <a:r>
              <a:rPr lang="ko-KR" altLang="en-US" sz="2000" dirty="0" smtClean="0"/>
              <a:t>→ </a:t>
            </a:r>
            <a:r>
              <a:rPr lang="en-US" altLang="ko-KR" sz="2000" dirty="0" smtClean="0"/>
              <a:t>Project...’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smtClean="0"/>
              <a:t>‘GCC C Executable Project’ </a:t>
            </a:r>
            <a:r>
              <a:rPr lang="ko-KR" altLang="en-US" sz="2000" dirty="0" smtClean="0"/>
              <a:t>선택</a:t>
            </a:r>
            <a:endParaRPr lang="en-US" altLang="ko-KR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/>
              <a:t>프로젝트 이름</a:t>
            </a:r>
            <a:r>
              <a:rPr lang="en-US" altLang="ko-KR" sz="2000" dirty="0" smtClean="0"/>
              <a:t>(</a:t>
            </a:r>
            <a:r>
              <a:rPr lang="en-US" altLang="ko-KR" sz="2000" dirty="0" smtClean="0"/>
              <a:t>blink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과 위치 지정</a:t>
            </a:r>
          </a:p>
        </p:txBody>
      </p:sp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en-US" altLang="ko-KR" dirty="0" smtClean="0"/>
              <a:t>C </a:t>
            </a:r>
            <a:r>
              <a:rPr lang="ko-KR" altLang="en-US" dirty="0" smtClean="0"/>
              <a:t>스타일 첫 번째 프로젝트 </a:t>
            </a:r>
            <a:r>
              <a:rPr lang="en-US" altLang="ko-KR" dirty="0" smtClean="0"/>
              <a:t>- 1</a:t>
            </a:r>
            <a:endParaRPr lang="ko-KR" altLang="en-US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2946766" y="4149080"/>
            <a:ext cx="2726378" cy="2721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317379" y="5815950"/>
            <a:ext cx="3262734" cy="493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1917981"/>
            <a:ext cx="6672411" cy="4634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ko-KR" altLang="en-US" sz="2000" dirty="0" err="1" smtClean="0"/>
              <a:t>마이크로컨트롤러</a:t>
            </a:r>
            <a:r>
              <a:rPr lang="ko-KR" altLang="en-US" sz="2000" dirty="0" smtClean="0"/>
              <a:t> 선택 </a:t>
            </a:r>
            <a:r>
              <a:rPr lang="en-US" altLang="ko-KR" sz="2000" dirty="0" smtClean="0"/>
              <a:t>: ‘ATmega328P’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첫 번째 프로젝트 </a:t>
            </a:r>
            <a:r>
              <a:rPr lang="en-US" altLang="ko-KR" dirty="0" smtClean="0"/>
              <a:t>- 2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91698" y="3831479"/>
            <a:ext cx="3888432" cy="2002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13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ko-KR" altLang="en-US" sz="2000" dirty="0" err="1" smtClean="0"/>
              <a:t>아두이노</a:t>
            </a:r>
            <a:r>
              <a:rPr lang="en-US" altLang="ko-KR" sz="2000" dirty="0" smtClean="0"/>
              <a:t> </a:t>
            </a:r>
            <a:r>
              <a:rPr lang="ko-KR" altLang="en-US" sz="2000" dirty="0" err="1" smtClean="0"/>
              <a:t>우노에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AVRDUDE </a:t>
            </a:r>
            <a:r>
              <a:rPr lang="ko-KR" altLang="en-US" sz="2000" dirty="0" smtClean="0"/>
              <a:t>방식 </a:t>
            </a:r>
            <a:r>
              <a:rPr lang="ko-KR" altLang="en-US" sz="2000" dirty="0" err="1" smtClean="0"/>
              <a:t>업로더</a:t>
            </a:r>
            <a:r>
              <a:rPr lang="ko-KR" altLang="en-US" sz="2000" smtClean="0"/>
              <a:t> 연결 </a:t>
            </a:r>
            <a:endParaRPr lang="en-US" altLang="ko-KR" sz="2000" dirty="0" smtClean="0"/>
          </a:p>
          <a:p>
            <a:pPr marL="857250" lvl="1" indent="-457200"/>
            <a:r>
              <a:rPr lang="en-US" altLang="ko-KR" sz="1800" dirty="0" smtClean="0"/>
              <a:t>AVRDUDE </a:t>
            </a:r>
            <a:r>
              <a:rPr lang="ko-KR" altLang="en-US" sz="1800" dirty="0" smtClean="0"/>
              <a:t>설정 및 </a:t>
            </a:r>
            <a:r>
              <a:rPr lang="en-US" altLang="ko-KR" sz="1800" dirty="0" smtClean="0"/>
              <a:t>COM </a:t>
            </a:r>
            <a:r>
              <a:rPr lang="ko-KR" altLang="en-US" sz="1800" dirty="0" smtClean="0"/>
              <a:t>포트 할당 확인 필요</a:t>
            </a:r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첫 번째 프로젝트 </a:t>
            </a:r>
            <a:r>
              <a:rPr lang="en-US" altLang="ko-KR" dirty="0" smtClean="0"/>
              <a:t>- 3</a:t>
            </a:r>
            <a:endParaRPr lang="ko-KR" altLang="en-US" dirty="0"/>
          </a:p>
        </p:txBody>
      </p:sp>
      <p:pic>
        <p:nvPicPr>
          <p:cNvPr id="5" name="내용 개체 틀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7744" y="2276872"/>
            <a:ext cx="441007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7742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ko-KR" altLang="en-US" sz="2000" dirty="0" smtClean="0"/>
              <a:t>코드 입력 </a:t>
            </a:r>
            <a:r>
              <a:rPr lang="en-US" altLang="ko-KR" sz="2000" dirty="0" smtClean="0"/>
              <a:t>: 1</a:t>
            </a:r>
            <a:r>
              <a:rPr lang="ko-KR" altLang="en-US" sz="2000" dirty="0" smtClean="0"/>
              <a:t>초 간격으로 </a:t>
            </a:r>
            <a:r>
              <a:rPr lang="en-US" altLang="ko-KR" sz="2000" dirty="0" smtClean="0"/>
              <a:t>13</a:t>
            </a:r>
            <a:r>
              <a:rPr lang="ko-KR" altLang="en-US" sz="2000" dirty="0" smtClean="0"/>
              <a:t>번 핀에 연결된 </a:t>
            </a:r>
            <a:r>
              <a:rPr lang="en-US" altLang="ko-KR" sz="2000" dirty="0" smtClean="0"/>
              <a:t>LED </a:t>
            </a:r>
            <a:r>
              <a:rPr lang="ko-KR" altLang="en-US" sz="2000" dirty="0" smtClean="0"/>
              <a:t>점멸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첫 번째 프로젝트 </a:t>
            </a:r>
            <a:r>
              <a:rPr lang="en-US" altLang="ko-KR" dirty="0" smtClean="0"/>
              <a:t>- 4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143" y="2204864"/>
            <a:ext cx="6685714" cy="352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8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ko-KR" altLang="en-US" sz="2000" dirty="0" smtClean="0"/>
              <a:t>솔루션 </a:t>
            </a:r>
            <a:r>
              <a:rPr lang="ko-KR" altLang="en-US" sz="2000" dirty="0" err="1" smtClean="0"/>
              <a:t>빌드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: ‘Build</a:t>
            </a:r>
            <a:r>
              <a:rPr lang="ko-KR" altLang="en-US" sz="2000" dirty="0" smtClean="0"/>
              <a:t> → </a:t>
            </a:r>
            <a:r>
              <a:rPr lang="en-US" altLang="ko-KR" sz="2000" dirty="0" smtClean="0"/>
              <a:t>Build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Solution’ </a:t>
            </a:r>
            <a:r>
              <a:rPr lang="ko-KR" altLang="en-US" sz="2000" dirty="0" smtClean="0"/>
              <a:t>또는 </a:t>
            </a:r>
            <a:r>
              <a:rPr lang="en-US" altLang="ko-KR" sz="2000" dirty="0" smtClean="0"/>
              <a:t>‘F7’ </a:t>
            </a:r>
            <a:r>
              <a:rPr lang="ko-KR" altLang="en-US" sz="2000" dirty="0" smtClean="0"/>
              <a:t>단축키</a:t>
            </a:r>
            <a:endParaRPr lang="en-US" altLang="ko-KR" sz="2000" dirty="0" smtClean="0"/>
          </a:p>
          <a:p>
            <a:pPr lvl="1"/>
            <a:r>
              <a:rPr lang="en-US" altLang="ko-KR" sz="1800" dirty="0" smtClean="0"/>
              <a:t>*.HEX </a:t>
            </a:r>
            <a:r>
              <a:rPr lang="ko-KR" altLang="en-US" sz="1800" dirty="0" smtClean="0"/>
              <a:t>파일 생성</a:t>
            </a:r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첫 번째 프로젝트 </a:t>
            </a:r>
            <a:r>
              <a:rPr lang="en-US" altLang="ko-KR" dirty="0" smtClean="0"/>
              <a:t>- 5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3933056"/>
            <a:ext cx="910590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938919"/>
            <a:ext cx="48291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4292838" y="3111865"/>
            <a:ext cx="4671649" cy="326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307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276872"/>
            <a:ext cx="3171825" cy="3152775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dirty="0" smtClean="0"/>
              <a:t>8.   ‘</a:t>
            </a:r>
            <a:r>
              <a:rPr lang="ko-KR" altLang="en-US" sz="2000" dirty="0"/>
              <a:t>도구 → </a:t>
            </a:r>
            <a:r>
              <a:rPr lang="en-US" altLang="ko-KR" sz="2000" dirty="0"/>
              <a:t>UNO </a:t>
            </a:r>
            <a:r>
              <a:rPr lang="en-US" altLang="ko-KR" sz="2000" dirty="0" err="1"/>
              <a:t>avrdude</a:t>
            </a:r>
            <a:r>
              <a:rPr lang="en-US" altLang="ko-KR" sz="2000" dirty="0"/>
              <a:t>’ </a:t>
            </a:r>
            <a:r>
              <a:rPr lang="ko-KR" altLang="en-US" sz="2000" dirty="0"/>
              <a:t>메뉴를 선택해서 </a:t>
            </a:r>
            <a:r>
              <a:rPr lang="en-US" altLang="ko-KR" sz="2000" dirty="0"/>
              <a:t>Upload </a:t>
            </a:r>
            <a:r>
              <a:rPr lang="ko-KR" altLang="en-US" sz="2000" dirty="0"/>
              <a:t>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 smtClean="0"/>
          </a:p>
          <a:p>
            <a:pPr marL="0" indent="0">
              <a:buNone/>
            </a:pPr>
            <a:endParaRPr lang="en-US" altLang="ko-KR" sz="2000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첫 번째 프로젝트 </a:t>
            </a:r>
            <a:r>
              <a:rPr lang="en-US" altLang="ko-KR" dirty="0" smtClean="0"/>
              <a:t>- 6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259632" y="4293096"/>
            <a:ext cx="2592288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65400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126</Words>
  <Application>Microsoft Office PowerPoint</Application>
  <PresentationFormat>화면 슬라이드 쇼(4:3)</PresentationFormat>
  <Paragraphs>19</Paragraphs>
  <Slides>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기본 디자인</vt:lpstr>
      <vt:lpstr>PowerPoint 프레젠테이션</vt:lpstr>
      <vt:lpstr>C 스타일 첫 번째 프로젝트 - 1</vt:lpstr>
      <vt:lpstr>첫 번째 프로젝트 - 2</vt:lpstr>
      <vt:lpstr>첫 번째 프로젝트 - 3</vt:lpstr>
      <vt:lpstr>첫 번째 프로젝트 - 4</vt:lpstr>
      <vt:lpstr>첫 번째 프로젝트 - 5</vt:lpstr>
      <vt:lpstr>첫 번째 프로젝트 - 6</vt:lpstr>
    </vt:vector>
  </TitlesOfParts>
  <Company>mik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김정배</dc:creator>
  <cp:lastModifiedBy>이규원</cp:lastModifiedBy>
  <cp:revision>94</cp:revision>
  <dcterms:created xsi:type="dcterms:W3CDTF">2005-10-10T05:21:17Z</dcterms:created>
  <dcterms:modified xsi:type="dcterms:W3CDTF">2021-03-28T04:26:44Z</dcterms:modified>
</cp:coreProperties>
</file>