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2" r:id="rId3"/>
    <p:sldId id="283" r:id="rId4"/>
    <p:sldId id="294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92" r:id="rId13"/>
    <p:sldId id="293" r:id="rId14"/>
    <p:sldId id="295" r:id="rId15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3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2.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메모리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r>
              <a:rPr lang="ko-KR" altLang="en-US" dirty="0" smtClean="0"/>
              <a:t>컴퓨터 메모리의 종류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 디스크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프로그램 설치</a:t>
            </a:r>
            <a:r>
              <a:rPr lang="en-US" altLang="ko-KR" dirty="0" smtClean="0"/>
              <a:t>/</a:t>
            </a:r>
            <a:r>
              <a:rPr lang="ko-KR" altLang="en-US" dirty="0" smtClean="0"/>
              <a:t>저장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메인 메모리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프로그램 실행 중 프로그램 저장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프로그램 실행 결과로서 생성되는 데이터 저장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레지스터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프로그램이 실행되기 </a:t>
            </a:r>
            <a:r>
              <a:rPr lang="ko-KR" altLang="en-US" u="sng" dirty="0" smtClean="0"/>
              <a:t>직전</a:t>
            </a:r>
            <a:r>
              <a:rPr lang="ko-KR" altLang="en-US" dirty="0" smtClean="0"/>
              <a:t> 프로그램 저장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프로그램 실행 </a:t>
            </a:r>
            <a:r>
              <a:rPr lang="ko-KR" altLang="en-US" u="sng" dirty="0" smtClean="0"/>
              <a:t>직후</a:t>
            </a:r>
            <a:r>
              <a:rPr lang="ko-KR" altLang="en-US" dirty="0" smtClean="0"/>
              <a:t> 결과가 저장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CPU </a:t>
            </a:r>
            <a:r>
              <a:rPr lang="ko-KR" altLang="en-US" dirty="0" smtClean="0"/>
              <a:t>내부의 메모리</a:t>
            </a:r>
            <a:endParaRPr lang="en-US" altLang="ko-KR" dirty="0" smtClean="0"/>
          </a:p>
          <a:p>
            <a:pPr lvl="1"/>
            <a:endParaRPr lang="ko-KR" altLang="en-US" dirty="0" smtClean="0"/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dirty="0" smtClean="0"/>
              <a:t>컴퓨터의 메모리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폰노이만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하버드 구조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폰노이만</a:t>
            </a:r>
            <a:r>
              <a:rPr lang="ko-KR" altLang="en-US" dirty="0" smtClean="0"/>
              <a:t> 구조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프로그램과 데이터 저장을 위한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종류의 메모리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잦은 메모리 접근으로 병목 현상 발생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하나의 명령어 수행을 위해서는 프로그램과 데이터를 레지스터로 읽어오기 위한 여러 번의 메모리 접근이 필요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하나의 데이터 및 주소 버스로 간단한 구조</a:t>
            </a:r>
            <a:endParaRPr lang="en-US" altLang="ko-KR" dirty="0" smtClean="0"/>
          </a:p>
          <a:p>
            <a:r>
              <a:rPr lang="ko-KR" altLang="en-US" dirty="0" smtClean="0"/>
              <a:t>하버드 구조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프로그램과 데이터 저장을 위한 서로 다른 </a:t>
            </a:r>
            <a:r>
              <a:rPr lang="en-US" altLang="ko-KR" dirty="0" smtClean="0"/>
              <a:t>2 </a:t>
            </a:r>
            <a:r>
              <a:rPr lang="ko-KR" altLang="en-US" dirty="0" smtClean="0"/>
              <a:t>종류의 메모리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병목 현상 완화를 통한 고속 메모리 액세스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</a:t>
            </a:r>
            <a:r>
              <a:rPr lang="ko-KR" altLang="en-US" dirty="0" smtClean="0"/>
              <a:t>개의 데이터 및 주소 버스로 복잡한 구조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111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폰노이만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하버드 구조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15616" y="2132856"/>
            <a:ext cx="6822920" cy="295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026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데스크톱 컴퓨터 </a:t>
            </a:r>
            <a:r>
              <a:rPr lang="en-US" altLang="ko-KR" dirty="0" smtClean="0"/>
              <a:t>: 2 </a:t>
            </a:r>
            <a:r>
              <a:rPr lang="ko-KR" altLang="en-US" dirty="0" smtClean="0"/>
              <a:t>종류의 메모리</a:t>
            </a:r>
            <a:endParaRPr lang="en-US" altLang="ko-KR" dirty="0" smtClean="0"/>
          </a:p>
          <a:p>
            <a:r>
              <a:rPr lang="en-US" altLang="ko-KR" dirty="0" smtClean="0"/>
              <a:t>ATmega328 : 3</a:t>
            </a:r>
            <a:r>
              <a:rPr lang="ko-KR" altLang="en-US" dirty="0" smtClean="0"/>
              <a:t>종류의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데스크톱 컴퓨터와 </a:t>
            </a:r>
            <a:r>
              <a:rPr lang="en-US" altLang="ko-KR" dirty="0" smtClean="0"/>
              <a:t>ATmega328 </a:t>
            </a:r>
            <a:r>
              <a:rPr lang="ko-KR" altLang="en-US" dirty="0" smtClean="0"/>
              <a:t>메모리</a:t>
            </a:r>
            <a:endParaRPr lang="ko-KR" altLang="en-US" dirty="0"/>
          </a:p>
        </p:txBody>
      </p:sp>
      <p:pic>
        <p:nvPicPr>
          <p:cNvPr id="7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140968"/>
            <a:ext cx="8229600" cy="184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52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844824"/>
            <a:ext cx="6932000" cy="3884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의 메모리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633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790" y="2205832"/>
            <a:ext cx="6990420" cy="352742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데스크톱 컴퓨터의 메모리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08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ROM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(Read Only Memory)</a:t>
            </a:r>
          </a:p>
          <a:p>
            <a:pPr lvl="1"/>
            <a:r>
              <a:rPr lang="ko-KR" altLang="en-US" sz="2000" dirty="0" smtClean="0"/>
              <a:t>읽기 전용의 메모리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최근의 </a:t>
            </a:r>
            <a:r>
              <a:rPr lang="en-US" altLang="ko-KR" sz="1800" dirty="0" smtClean="0"/>
              <a:t>ROM</a:t>
            </a:r>
            <a:r>
              <a:rPr lang="ko-KR" altLang="en-US" sz="1800" dirty="0" smtClean="0"/>
              <a:t>은 일정 횟수의 쓰기도 가능</a:t>
            </a:r>
            <a:endParaRPr lang="en-US" altLang="ko-KR" sz="1800" dirty="0" smtClean="0"/>
          </a:p>
          <a:p>
            <a:pPr lvl="1"/>
            <a:r>
              <a:rPr lang="ko-KR" altLang="en-US" sz="2000" dirty="0" err="1" smtClean="0"/>
              <a:t>비휘발성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전원이 주어지지 않아도 내용 보존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읽기 속도는 빠르지만 쓰기 속도는 느림</a:t>
            </a:r>
            <a:endParaRPr lang="en-US" altLang="ko-KR" sz="2000" dirty="0" smtClean="0"/>
          </a:p>
          <a:p>
            <a:r>
              <a:rPr lang="en-US" altLang="ko-KR" sz="2000" dirty="0" smtClean="0"/>
              <a:t>RAM (Random Access Memory)</a:t>
            </a:r>
          </a:p>
          <a:p>
            <a:pPr lvl="1"/>
            <a:r>
              <a:rPr lang="ko-KR" altLang="en-US" sz="2000" dirty="0" smtClean="0"/>
              <a:t>자유롭게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읽고 쓸 수 있는 메모리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휘발성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전원이 주어지지 않으면 내용 사라짐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ROM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RAM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153" y="4581128"/>
            <a:ext cx="3816271" cy="169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0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Mask ROM</a:t>
            </a:r>
          </a:p>
          <a:p>
            <a:pPr lvl="1"/>
            <a:r>
              <a:rPr lang="ko-KR" altLang="en-US" dirty="0" smtClean="0"/>
              <a:t>생산 시점에서 내용을 기록하고 읽기만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더 이상 생산</a:t>
            </a:r>
            <a:r>
              <a:rPr lang="en-US" altLang="ko-KR" dirty="0" smtClean="0"/>
              <a:t>/</a:t>
            </a:r>
            <a:r>
              <a:rPr lang="ko-KR" altLang="en-US" dirty="0" smtClean="0"/>
              <a:t>사용되지 않음</a:t>
            </a:r>
            <a:endParaRPr lang="en-US" altLang="ko-KR" dirty="0" smtClean="0"/>
          </a:p>
          <a:p>
            <a:r>
              <a:rPr lang="en-US" altLang="ko-KR" dirty="0" smtClean="0"/>
              <a:t>PROM (Programmable ROM)</a:t>
            </a:r>
          </a:p>
          <a:p>
            <a:pPr lvl="1"/>
            <a:r>
              <a:rPr lang="en-US" altLang="ko-KR" dirty="0" smtClean="0"/>
              <a:t>1</a:t>
            </a:r>
            <a:r>
              <a:rPr lang="ko-KR" altLang="en-US" dirty="0" smtClean="0"/>
              <a:t>회 쓰기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전용 장비인 롬 라이터 필요</a:t>
            </a:r>
            <a:endParaRPr lang="en-US" altLang="ko-KR" dirty="0" smtClean="0"/>
          </a:p>
          <a:p>
            <a:r>
              <a:rPr lang="en-US" altLang="ko-KR" dirty="0" smtClean="0"/>
              <a:t>EPROM (Erasable PROM)</a:t>
            </a:r>
          </a:p>
          <a:p>
            <a:pPr lvl="1"/>
            <a:r>
              <a:rPr lang="ko-KR" altLang="en-US" dirty="0" smtClean="0"/>
              <a:t>일정</a:t>
            </a:r>
            <a:r>
              <a:rPr lang="en-US" altLang="ko-KR" dirty="0" smtClean="0"/>
              <a:t> </a:t>
            </a:r>
            <a:r>
              <a:rPr lang="ko-KR" altLang="en-US" dirty="0" smtClean="0"/>
              <a:t>횟수의 지우기와 쓰기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자외선을 이용한 전용 장비 필요</a:t>
            </a:r>
            <a:endParaRPr lang="en-US" altLang="ko-KR" dirty="0" smtClean="0"/>
          </a:p>
          <a:p>
            <a:r>
              <a:rPr lang="en-US" altLang="ko-KR" dirty="0" smtClean="0"/>
              <a:t>EEPROM (Electrically</a:t>
            </a:r>
            <a:r>
              <a:rPr lang="ko-KR" altLang="en-US" dirty="0" smtClean="0"/>
              <a:t> </a:t>
            </a:r>
            <a:r>
              <a:rPr lang="en-US" altLang="ko-KR" dirty="0" smtClean="0"/>
              <a:t>EPROM)</a:t>
            </a:r>
          </a:p>
          <a:p>
            <a:pPr lvl="1"/>
            <a:r>
              <a:rPr lang="ko-KR" altLang="en-US" dirty="0" smtClean="0"/>
              <a:t>전기</a:t>
            </a:r>
            <a:r>
              <a:rPr lang="en-US" altLang="ko-KR" dirty="0" smtClean="0"/>
              <a:t> </a:t>
            </a:r>
            <a:r>
              <a:rPr lang="ko-KR" altLang="en-US" dirty="0" smtClean="0"/>
              <a:t>신호로 지우기와 쓰기 가능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전용 장비 필요 없음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26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/>
          <a:p>
            <a:r>
              <a:rPr lang="en-US" altLang="ko-KR" sz="2000" dirty="0" smtClean="0"/>
              <a:t>1984</a:t>
            </a:r>
            <a:r>
              <a:rPr lang="ko-KR" altLang="en-US" sz="2000" dirty="0" smtClean="0"/>
              <a:t>년 </a:t>
            </a:r>
            <a:r>
              <a:rPr lang="ko-KR" altLang="en-US" sz="2000" dirty="0" err="1" smtClean="0"/>
              <a:t>도시바에서</a:t>
            </a:r>
            <a:r>
              <a:rPr lang="ko-KR" altLang="en-US" sz="2000" dirty="0" smtClean="0"/>
              <a:t> 개발된 </a:t>
            </a:r>
            <a:r>
              <a:rPr lang="en-US" altLang="ko-KR" sz="2000" dirty="0" smtClean="0"/>
              <a:t>EEPROM</a:t>
            </a:r>
            <a:r>
              <a:rPr lang="ko-KR" altLang="en-US" sz="2000" dirty="0" smtClean="0"/>
              <a:t>의 변형</a:t>
            </a:r>
            <a:endParaRPr lang="en-US" altLang="ko-KR" sz="2000" dirty="0" smtClean="0"/>
          </a:p>
          <a:p>
            <a:r>
              <a:rPr lang="ko-KR" altLang="en-US" sz="2000" dirty="0" smtClean="0"/>
              <a:t>바이트 단위의 읽기와 쓰기만 가능한 </a:t>
            </a:r>
            <a:r>
              <a:rPr lang="en-US" altLang="ko-KR" sz="2000" dirty="0" smtClean="0"/>
              <a:t>EEPROM </a:t>
            </a:r>
            <a:r>
              <a:rPr lang="ko-KR" altLang="en-US" sz="2000" dirty="0" smtClean="0"/>
              <a:t>개선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블록 단위의 쓰기를 가능하게 함으로써 쓰기 속도 개선</a:t>
            </a:r>
            <a:endParaRPr lang="en-US" altLang="ko-KR" sz="2000" dirty="0" smtClean="0"/>
          </a:p>
          <a:p>
            <a:r>
              <a:rPr lang="en-US" altLang="ko-KR" sz="2000" dirty="0" smtClean="0"/>
              <a:t>EEPROM</a:t>
            </a:r>
            <a:r>
              <a:rPr lang="ko-KR" altLang="en-US" sz="2000" dirty="0" smtClean="0"/>
              <a:t>에 비해 쓰기 횟수 제한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ATmega328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EEPROM : 100,000</a:t>
            </a:r>
            <a:r>
              <a:rPr lang="ko-KR" altLang="en-US" sz="2000" dirty="0" smtClean="0"/>
              <a:t>회 보장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ATmega328</a:t>
            </a:r>
            <a:r>
              <a:rPr lang="ko-KR" altLang="en-US" sz="2000" dirty="0" smtClean="0"/>
              <a:t>의 플래시 메모리 </a:t>
            </a:r>
            <a:r>
              <a:rPr lang="en-US" altLang="ko-KR" sz="2000" dirty="0" smtClean="0"/>
              <a:t>: 10,000</a:t>
            </a:r>
            <a:r>
              <a:rPr lang="ko-KR" altLang="en-US" sz="2000" dirty="0" smtClean="0"/>
              <a:t>회 보장</a:t>
            </a:r>
            <a:endParaRPr lang="en-US" altLang="ko-KR" sz="2000" dirty="0" smtClean="0"/>
          </a:p>
          <a:p>
            <a:r>
              <a:rPr lang="ko-KR" altLang="en-US" sz="2000" dirty="0" smtClean="0"/>
              <a:t>종류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NOR </a:t>
            </a:r>
            <a:r>
              <a:rPr lang="ko-KR" altLang="en-US" sz="2000" dirty="0" smtClean="0"/>
              <a:t>형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읽기 시간 최적화를 위한 구조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플래시 메모리의 읽기 시간은 </a:t>
            </a:r>
            <a:r>
              <a:rPr lang="en-US" altLang="ko-KR" sz="1800" dirty="0" smtClean="0"/>
              <a:t>RAM</a:t>
            </a:r>
            <a:r>
              <a:rPr lang="ko-KR" altLang="en-US" sz="1800" dirty="0" smtClean="0"/>
              <a:t>과 큰 차이가 없음</a:t>
            </a:r>
            <a:endParaRPr lang="en-US" altLang="ko-KR" sz="1800" dirty="0" smtClean="0"/>
          </a:p>
          <a:p>
            <a:pPr lvl="1"/>
            <a:r>
              <a:rPr lang="en-US" altLang="ko-KR" sz="2000" dirty="0" smtClean="0"/>
              <a:t>NAND </a:t>
            </a:r>
            <a:r>
              <a:rPr lang="ko-KR" altLang="en-US" sz="2000" dirty="0" smtClean="0"/>
              <a:t>형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쓰기 시간 최적화를 위한 구조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집적도가 높고 저렴한 가격으로 널리 사용됨</a:t>
            </a:r>
            <a:endParaRPr lang="en-US" altLang="ko-KR" sz="1800" dirty="0" smtClean="0"/>
          </a:p>
          <a:p>
            <a:pPr lvl="2"/>
            <a:r>
              <a:rPr lang="ko-KR" altLang="en-US" sz="1800" dirty="0" smtClean="0"/>
              <a:t>프로그램 저장을 위한 메모리</a:t>
            </a:r>
            <a:r>
              <a:rPr lang="en-US" altLang="ko-KR" sz="1800" dirty="0" smtClean="0"/>
              <a:t>, HDD </a:t>
            </a:r>
            <a:r>
              <a:rPr lang="ko-KR" altLang="en-US" sz="1800" dirty="0" smtClean="0"/>
              <a:t>대체용 </a:t>
            </a:r>
            <a:r>
              <a:rPr lang="en-US" altLang="ko-KR" sz="1800" dirty="0" smtClean="0"/>
              <a:t>SSD </a:t>
            </a:r>
            <a:r>
              <a:rPr lang="ko-KR" altLang="en-US" sz="1800" dirty="0" smtClean="0"/>
              <a:t>등에 사용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플래시 메모리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574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DRAM : Dynamic RAM</a:t>
            </a:r>
          </a:p>
          <a:p>
            <a:pPr lvl="1"/>
            <a:r>
              <a:rPr lang="ko-KR" altLang="en-US" sz="2000" dirty="0" err="1" smtClean="0"/>
              <a:t>커패시터</a:t>
            </a:r>
            <a:r>
              <a:rPr lang="ko-KR" altLang="en-US" sz="2000" dirty="0" smtClean="0"/>
              <a:t> 기반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주기적인 </a:t>
            </a:r>
            <a:r>
              <a:rPr lang="ko-KR" altLang="en-US" sz="2000" dirty="0" err="1" smtClean="0"/>
              <a:t>리프레시</a:t>
            </a:r>
            <a:r>
              <a:rPr lang="ko-KR" altLang="en-US" sz="2000" dirty="0" smtClean="0"/>
              <a:t> 필요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상대적으로 느린 속도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저렴한 가격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SRAM : Static RAM</a:t>
            </a:r>
          </a:p>
          <a:p>
            <a:pPr lvl="1"/>
            <a:r>
              <a:rPr lang="ko-KR" altLang="en-US" sz="1800" dirty="0" err="1" smtClean="0"/>
              <a:t>플립플롭</a:t>
            </a:r>
            <a:r>
              <a:rPr lang="ko-KR" altLang="en-US" sz="1800" dirty="0" smtClean="0"/>
              <a:t> 기반</a:t>
            </a:r>
            <a:endParaRPr lang="en-US" altLang="ko-KR" sz="1800" dirty="0" smtClean="0"/>
          </a:p>
          <a:p>
            <a:pPr lvl="1"/>
            <a:r>
              <a:rPr lang="ko-KR" altLang="en-US" sz="2000" dirty="0" err="1" smtClean="0"/>
              <a:t>리프레시</a:t>
            </a:r>
            <a:r>
              <a:rPr lang="ko-KR" altLang="en-US" sz="2000" dirty="0" smtClean="0"/>
              <a:t> 필요하지 않음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상대적으로 빠른 속도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높은 </a:t>
            </a:r>
            <a:r>
              <a:rPr lang="ko-KR" altLang="en-US" sz="2000" dirty="0"/>
              <a:t>가</a:t>
            </a:r>
            <a:r>
              <a:rPr lang="ko-KR" altLang="en-US" sz="2000" dirty="0" smtClean="0"/>
              <a:t>격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DRAM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SRAM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516" y="4581128"/>
            <a:ext cx="3717532" cy="165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7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SDRAM : Synchronous DRAM</a:t>
            </a:r>
          </a:p>
          <a:p>
            <a:pPr lvl="1"/>
            <a:r>
              <a:rPr lang="en-US" altLang="ko-KR" dirty="0" smtClean="0"/>
              <a:t>CPU</a:t>
            </a:r>
            <a:r>
              <a:rPr lang="ko-KR" altLang="en-US" dirty="0" smtClean="0"/>
              <a:t>와 메모리의 </a:t>
            </a:r>
            <a:r>
              <a:rPr lang="ko-KR" altLang="en-US" dirty="0" err="1" smtClean="0"/>
              <a:t>클록을</a:t>
            </a:r>
            <a:r>
              <a:rPr lang="ko-KR" altLang="en-US" dirty="0" smtClean="0"/>
              <a:t> 동기화</a:t>
            </a:r>
            <a:r>
              <a:rPr lang="en-US" altLang="ko-KR" dirty="0" smtClean="0"/>
              <a:t>(synchronize) </a:t>
            </a:r>
            <a:r>
              <a:rPr lang="ko-KR" altLang="en-US" dirty="0" smtClean="0"/>
              <a:t>시킨 메모리</a:t>
            </a:r>
            <a:endParaRPr lang="en-US" altLang="ko-KR" dirty="0" smtClean="0"/>
          </a:p>
          <a:p>
            <a:r>
              <a:rPr lang="en-US" altLang="ko-KR" dirty="0" smtClean="0"/>
              <a:t>DDR : Double Data Rate</a:t>
            </a:r>
          </a:p>
          <a:p>
            <a:pPr lvl="1"/>
            <a:r>
              <a:rPr lang="ko-KR" altLang="en-US" dirty="0" smtClean="0"/>
              <a:t>동일한 </a:t>
            </a:r>
            <a:r>
              <a:rPr lang="ko-KR" altLang="en-US" dirty="0" err="1" smtClean="0"/>
              <a:t>클록에서도</a:t>
            </a:r>
            <a:r>
              <a:rPr lang="ko-KR" altLang="en-US" dirty="0" smtClean="0"/>
              <a:t> 데이터 전송 속도 향상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DDR2, DDR3, DDR4 </a:t>
            </a:r>
            <a:r>
              <a:rPr lang="ko-KR" altLang="en-US" dirty="0" smtClean="0"/>
              <a:t>등으로 발전</a:t>
            </a:r>
            <a:endParaRPr lang="en-US" altLang="ko-KR" dirty="0" smtClean="0"/>
          </a:p>
          <a:p>
            <a:r>
              <a:rPr lang="ko-KR" altLang="en-US" dirty="0" smtClean="0"/>
              <a:t>규격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DIMM (Dual In-line Memory Module) : </a:t>
            </a:r>
            <a:r>
              <a:rPr lang="ko-KR" altLang="en-US" dirty="0" smtClean="0"/>
              <a:t>메모리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모듈 형식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SO (Small Outline) DIMM : </a:t>
            </a:r>
            <a:r>
              <a:rPr lang="ko-KR" altLang="en-US" dirty="0" smtClean="0"/>
              <a:t>노트북용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소형 모듈 형식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DRAM</a:t>
            </a:r>
            <a:r>
              <a:rPr lang="ko-KR" altLang="en-US" dirty="0" smtClean="0"/>
              <a:t>의 발전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669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메모리 모듈 외형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" y="1340768"/>
            <a:ext cx="5255725" cy="54421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340768"/>
            <a:ext cx="3876000" cy="421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78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메모리의 종류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132856"/>
            <a:ext cx="7112642" cy="3133002"/>
          </a:xfrm>
          <a:prstGeom prst="rect">
            <a:avLst/>
          </a:prstGeom>
        </p:spPr>
      </p:pic>
      <p:sp>
        <p:nvSpPr>
          <p:cNvPr id="2" name="덧셈 기호 1"/>
          <p:cNvSpPr/>
          <p:nvPr/>
        </p:nvSpPr>
        <p:spPr>
          <a:xfrm>
            <a:off x="3995936" y="4653136"/>
            <a:ext cx="504056" cy="28803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4671937" y="4365104"/>
            <a:ext cx="3068415" cy="93610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MRAM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Magnetic RAM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29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428</Words>
  <Application>Microsoft Office PowerPoint</Application>
  <PresentationFormat>화면 슬라이드 쇼(4:3)</PresentationFormat>
  <Paragraphs>89</Paragraphs>
  <Slides>14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기본 디자인</vt:lpstr>
      <vt:lpstr>PowerPoint 프레젠테이션</vt:lpstr>
      <vt:lpstr>컴퓨터의 메모리</vt:lpstr>
      <vt:lpstr>폰노이만 vs 하버드 구조</vt:lpstr>
      <vt:lpstr>폰노이만 vs 하버드 구조</vt:lpstr>
      <vt:lpstr>데스크톱 컴퓨터와 ATmega328 메모리</vt:lpstr>
      <vt:lpstr>ATmega328의 메모리</vt:lpstr>
      <vt:lpstr>데스크톱 컴퓨터의 메모리</vt:lpstr>
      <vt:lpstr>ROM과 RAM</vt:lpstr>
      <vt:lpstr>ROM</vt:lpstr>
      <vt:lpstr>플래시 메모리</vt:lpstr>
      <vt:lpstr>DRAM과 SRAM</vt:lpstr>
      <vt:lpstr>DRAM의 발전</vt:lpstr>
      <vt:lpstr>메모리 모듈 외형</vt:lpstr>
      <vt:lpstr>메모리의 종류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90</cp:revision>
  <dcterms:created xsi:type="dcterms:W3CDTF">2005-10-10T05:21:17Z</dcterms:created>
  <dcterms:modified xsi:type="dcterms:W3CDTF">2021-03-07T14:07:26Z</dcterms:modified>
</cp:coreProperties>
</file>